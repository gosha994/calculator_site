
<file path=[Content_Types].xml><?xml version="1.0" encoding="utf-8"?>
<Types xmlns="http://schemas.openxmlformats.org/package/2006/content-types">
  <Default Extension="bin" ContentType="application/vnd.openxmlformats-officedocument.oleObject"/>
  <Default Extension="jpeg" ContentType="image/jpeg"/>
  <Default Extension="rels" ContentType="application/vnd.openxmlformats-package.relationships+xml"/>
  <Default Extension="xml" ContentType="application/xml"/>
  <Default Extension="png" ContentType="image/png"/>
  <Default Extension="wmf" ContentType="image/x-wmf"/>
  <Override PartName="/ppt/theme/theme2.xml" ContentType="application/vnd.openxmlformats-officedocument.theme+xml"/>
  <Override PartName="/ppt/slideLayouts/slideLayout10.xml" ContentType="application/vnd.openxmlformats-officedocument.presentationml.slideLayout+xml"/>
  <Override PartName="/ppt/presentation.xml" ContentType="application/vnd.openxmlformats-officedocument.presentationml.presentation.main+xml"/>
  <Override PartName="/ppt/slideLayouts/slideLayout5.xml" ContentType="application/vnd.openxmlformats-officedocument.presentationml.slideLayout+xml"/>
  <Override PartName="/ppt/tableStyles.xml" ContentType="application/vnd.openxmlformats-officedocument.presentationml.tableStyles+xml"/>
  <Override PartName="/ppt/presProps.xml" ContentType="application/vnd.openxmlformats-officedocument.presentationml.presProps+xml"/>
  <Override PartName="/docProps/app.xml" ContentType="application/vnd.openxmlformats-officedocument.extended-properties+xml"/>
  <Override PartName="/ppt/viewProps.xml" ContentType="application/vnd.openxmlformats-officedocument.presentationml.viewProps+xml"/>
  <Override PartName="/ppt/slideLayouts/slideLayout6.xml" ContentType="application/vnd.openxmlformats-officedocument.presentationml.slideLayout+xml"/>
  <Override PartName="/docProps/core.xml" ContentType="application/vnd.openxmlformats-package.core-properties+xml"/>
  <Override PartName="/ppt/theme/theme1.xml" ContentType="application/vnd.openxmlformats-officedocument.theme+xml"/>
  <Override PartName="/ppt/notesMasters/notesMaster1.xml" ContentType="application/vnd.openxmlformats-officedocument.presentationml.notesMaster+xml"/>
  <Override PartName="/ppt/slideLayouts/slideLayout1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1.xml" ContentType="application/vnd.openxmlformats-officedocument.presentationml.slideLayout+xml"/>
  <Override PartName="/ppt/notesSlides/notesSlide1.xml" ContentType="application/vnd.openxmlformats-officedocument.presentationml.notesSlide+xml"/>
  <Override PartName="/ppt/slides/slide1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3.xml" ContentType="application/vnd.openxmlformats-officedocument.presentationml.notesSlide+xml"/>
  <Override PartName="/ppt/slides/slide3.xml" ContentType="application/vnd.openxmlformats-officedocument.presentationml.slide+xml"/>
  <Override PartName="/ppt/notesSlides/notesSlide4.xml" ContentType="application/vnd.openxmlformats-officedocument.presentationml.notesSlide+xml"/>
  <Override PartName="/ppt/slides/slide4.xml" ContentType="application/vnd.openxmlformats-officedocument.presentationml.slide+xml"/>
  <Override PartName="/ppt/notesSlides/notesSlide5.xml" ContentType="application/vnd.openxmlformats-officedocument.presentationml.notesSlide+xml"/>
  <Override PartName="/ppt/slides/slide5.xml" ContentType="application/vnd.openxmlformats-officedocument.presentationml.slide+xml"/>
</Types>
</file>

<file path=_rels/.rels><?xml version="1.0" encoding="UTF-8" standalone="yes"?><Relationships xmlns="http://schemas.openxmlformats.org/package/2006/relationships"><Relationship Id="rId3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2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saveSubsetFonts="1">
  <p:sldMasterIdLst>
    <p:sldMasterId id="2147483648" r:id="rId1"/>
  </p:sldMasterIdLst>
  <p:notesMasterIdLst>
    <p:notesMasterId r:id="rId9"/>
  </p:notesMasterIdLst>
  <p:sldIdLst>
    <p:sldId id="256" r:id="rId4"/>
    <p:sldId id="257" r:id="rId5"/>
    <p:sldId id="258" r:id="rId6"/>
    <p:sldId id="259" r:id="rId7"/>
    <p:sldId id="260" r:id="rId8"/>
  </p:sldIdLst>
  <p:sldSz cx="12192000" cy="6858000"/>
  <p:notesSz cx="6858000" cy="9144000"/>
  <p:defaultTextStyle>
    <a:defPPr>
      <a:defRPr lang="ru-RU"/>
    </a:defPPr>
    <a:lvl1pPr marL="0" algn="l" defTabSz="914400" rtl="0">
      <a:defRPr sz="18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>
      <a:defRPr sz="18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>
      <a:defRPr sz="18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>
      <a:defRPr sz="18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>
      <a:defRPr sz="18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>
      <a:defRPr sz="18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>
      <a:defRPr sz="18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>
      <a:defRPr sz="18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>
      <a:defRPr sz="18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slideViewPr>
    <p:cSldViewPr snapToGrid="0">
      <p:cViewPr varScale="1">
        <p:scale>
          <a:sx n="100" d="100"/>
          <a:sy n="100" d="100"/>
        </p:scale>
        <p:origin x="378" y="90"/>
      </p:cViewPr>
      <p:guideLst>
        <p:guide pos="3840"/>
        <p:guide pos="2160" orient="horz"/>
      </p:guideLst>
    </p:cSldViewPr>
  </p:slideViewPr>
  <p:gridSpacing cx="72008" cy="72008"/>
</p:viewPr>
</file>

<file path=ppt/_rels/presentation.xml.rels><?xml version="1.0" encoding="UTF-8" standalone="yes"?>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theme" Target="theme/theme1.xml"/><Relationship Id="rId3" Type="http://schemas.openxmlformats.org/officeDocument/2006/relationships/theme" Target="theme/theme2.xml"/><Relationship Id="rId4" Type="http://schemas.openxmlformats.org/officeDocument/2006/relationships/slide" Target="slides/slide1.xml"/><Relationship Id="rId5" Type="http://schemas.openxmlformats.org/officeDocument/2006/relationships/slide" Target="slides/slide2.xml"/><Relationship Id="rId6" Type="http://schemas.openxmlformats.org/officeDocument/2006/relationships/slide" Target="slides/slide3.xml"/><Relationship Id="rId7" Type="http://schemas.openxmlformats.org/officeDocument/2006/relationships/slide" Target="slides/slide4.xml"/><Relationship Id="rId8" Type="http://schemas.openxmlformats.org/officeDocument/2006/relationships/slide" Target="slides/slide5.xml"/><Relationship Id="rId9" Type="http://schemas.openxmlformats.org/officeDocument/2006/relationships/notesMaster" Target="notesMasters/notesMaster1.xml"/><Relationship Id="rId10" Type="http://schemas.openxmlformats.org/officeDocument/2006/relationships/presProps" Target="presProps.xml" /><Relationship Id="rId11" Type="http://schemas.openxmlformats.org/officeDocument/2006/relationships/tableStyles" Target="tableStyles.xml" /><Relationship Id="rId12" Type="http://schemas.openxmlformats.org/officeDocument/2006/relationships/viewProps" Target="viewProps.xml" /></Relationships>
</file>

<file path=ppt/notesMasters/_rels/notesMaster1.xml.rels><?xml version="1.0" encoding="UTF-8" standalone="yes"?>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 name="">
    <p:bg>
      <p:bgRef idx="1001">
        <a:schemeClr val="bg1"/>
      </p:bgRef>
    </p:bg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678974775" name="Верхний колонтитул 1"/>
          <p:cNvSpPr>
            <a:spLocks noGrp="1"/>
          </p:cNvSpPr>
          <p:nvPr>
            <p:ph type="hdr" sz="quarter"/>
          </p:nvPr>
        </p:nvSpPr>
        <p:spPr bwMode="auto"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pPr>
              <a:defRPr/>
            </a:pPr>
            <a:endParaRPr lang="ru-RU"/>
          </a:p>
        </p:txBody>
      </p:sp>
      <p:sp>
        <p:nvSpPr>
          <p:cNvPr id="951220970" name="Дата 2"/>
          <p:cNvSpPr>
            <a:spLocks noGrp="1"/>
          </p:cNvSpPr>
          <p:nvPr>
            <p:ph type="dt" idx="1"/>
          </p:nvPr>
        </p:nvSpPr>
        <p:spPr bwMode="auto"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pPr>
              <a:defRPr/>
            </a:pPr>
            <a:fld id="{3632E96E-41F7-40C5-8419-297958CC00FA}" type="datetimeFigureOut">
              <a:rPr lang="ru-RU"/>
              <a:t>10/30/2013</a:t>
            </a:fld>
            <a:endParaRPr lang="ru-RU"/>
          </a:p>
        </p:txBody>
      </p:sp>
      <p:sp>
        <p:nvSpPr>
          <p:cNvPr id="912782724" name="Рисунок 3"/>
          <p:cNvSpPr>
            <a:spLocks noChangeAspect="1" noGrp="1" noRot="1"/>
          </p:cNvSpPr>
          <p:nvPr>
            <p:ph type="sldImg" idx="2"/>
          </p:nvPr>
        </p:nvSpPr>
        <p:spPr bwMode="auto"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pPr>
              <a:defRPr/>
            </a:pPr>
            <a:endParaRPr lang="ru-RU"/>
          </a:p>
        </p:txBody>
      </p:sp>
      <p:sp>
        <p:nvSpPr>
          <p:cNvPr id="277522796" name="Заметка 4"/>
          <p:cNvSpPr>
            <a:spLocks noGrp="1"/>
          </p:cNvSpPr>
          <p:nvPr>
            <p:ph type="body" sz="quarter" idx="3"/>
          </p:nvPr>
        </p:nvSpPr>
        <p:spPr bwMode="auto"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>
              <a:defRPr/>
            </a:pPr>
            <a:r>
              <a:rPr lang="ru-RU"/>
              <a:t>Образец текста</a:t>
            </a:r>
            <a:endParaRPr/>
          </a:p>
          <a:p>
            <a:pPr lvl="1">
              <a:defRPr/>
            </a:pPr>
            <a:r>
              <a:rPr lang="ru-RU"/>
              <a:t>Второй уровень</a:t>
            </a:r>
            <a:endParaRPr/>
          </a:p>
          <a:p>
            <a:pPr lvl="2">
              <a:defRPr/>
            </a:pPr>
            <a:r>
              <a:rPr lang="ru-RU"/>
              <a:t>Третий уровень</a:t>
            </a:r>
            <a:endParaRPr/>
          </a:p>
          <a:p>
            <a:pPr lvl="3">
              <a:defRPr/>
            </a:pPr>
            <a:r>
              <a:rPr lang="ru-RU"/>
              <a:t>Четвертый уровень</a:t>
            </a:r>
            <a:endParaRPr/>
          </a:p>
          <a:p>
            <a:pPr lvl="4">
              <a:defRPr/>
            </a:pPr>
            <a:r>
              <a:rPr lang="ru-RU"/>
              <a:t>Пятый уровень</a:t>
            </a:r>
            <a:endParaRPr lang="ru-RU"/>
          </a:p>
        </p:txBody>
      </p:sp>
      <p:sp>
        <p:nvSpPr>
          <p:cNvPr id="403300441" name="Нижний колонтитул 5"/>
          <p:cNvSpPr>
            <a:spLocks noGrp="1"/>
          </p:cNvSpPr>
          <p:nvPr>
            <p:ph type="ftr" sz="quarter" idx="4"/>
          </p:nvPr>
        </p:nvSpPr>
        <p:spPr bwMode="auto"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pPr>
              <a:defRPr/>
            </a:pPr>
            <a:endParaRPr lang="ru-RU"/>
          </a:p>
        </p:txBody>
      </p:sp>
      <p:sp>
        <p:nvSpPr>
          <p:cNvPr id="151335894" name="Номер слайда 6"/>
          <p:cNvSpPr>
            <a:spLocks noGrp="1"/>
          </p:cNvSpPr>
          <p:nvPr>
            <p:ph type="sldNum" sz="quarter" idx="5"/>
          </p:nvPr>
        </p:nvSpPr>
        <p:spPr bwMode="auto"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pPr>
              <a:defRPr/>
            </a:pPr>
            <a:fld id="{2E6999B8-B6B4-4561-A3CD-BBCDAB9FC9D9}" type="slidenum">
              <a:rPr lang="ru-RU"/>
              <a:t>‹#›</a:t>
            </a:fld>
            <a:endParaRPr lang="ru-RU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>
      <a:defRPr sz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>
      <a:defRPr sz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>
      <a:defRPr sz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>
      <a:defRPr sz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>
      <a:defRPr sz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>
      <a:defRPr sz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>
      <a:defRPr sz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>
      <a:defRPr sz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>
      <a:defRPr sz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 ?>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 ?>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 ?>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 ?>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 ?>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235691168" name="Рисунок 1"/>
          <p:cNvSpPr>
            <a:spLocks noChangeAspect="1" noGrp="1" noRot="1"/>
          </p:cNvSpPr>
          <p:nvPr>
            <p:ph type="sldImg"/>
          </p:nvPr>
        </p:nvSpPr>
        <p:spPr bwMode="auto">
          <a:xfrm>
            <a:off x="685800" y="1143000"/>
            <a:ext cx="5486400" cy="3086100"/>
          </a:xfrm>
        </p:spPr>
      </p:sp>
      <p:sp>
        <p:nvSpPr>
          <p:cNvPr id="337926013" name="Текст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 lang="ru-RU">
              <a:latin typeface="Arial"/>
              <a:cs typeface="Arial"/>
            </a:endParaRPr>
          </a:p>
        </p:txBody>
      </p:sp>
      <p:sp>
        <p:nvSpPr>
          <p:cNvPr id="1992786377" name="Номер слайда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2E6999B8-B6B4-4561-A3CD-BBCDAB9FC9D9}" type="slidenum">
              <a:rPr lang="ru-RU"/>
              <a:t>1</a:t>
            </a:fld>
            <a:endParaRPr lang="ru-RU"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CDE36871-FCF2-BD5D-3579-DFC8AE09469F}" type="slidenum">
              <a:rPr/>
              <a:t/>
            </a:fld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6EB9FF07-C21A-58CA-3A34-D34C6048846C}" type="slidenum">
              <a:rPr/>
              <a:t/>
            </a:fld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69AE4417-9627-B797-D970-36CFEC89C464}" type="slidenum">
              <a:rPr/>
              <a:t/>
            </a:fld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05375655-A420-6005-9EC1-05F66B59E51E}" type="slidenum">
              <a:rPr/>
              <a:t/>
            </a:fld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matchingName="" preserve="1" showMasterPhAnim="0" showMasterSp="1" type="title" userDrawn="1">
  <p:cSld name="Титульный слайд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931147504" name="Заголовок 1"/>
          <p:cNvSpPr>
            <a:spLocks noGrp="1"/>
          </p:cNvSpPr>
          <p:nvPr>
            <p:ph type="ctrTitle"/>
          </p:nvPr>
        </p:nvSpPr>
        <p:spPr bwMode="auto"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pPr>
              <a:defRPr/>
            </a:pPr>
            <a:r>
              <a:rPr lang="ru-RU"/>
              <a:t>Образец заголовка</a:t>
            </a:r>
            <a:endParaRPr lang="ru-RU"/>
          </a:p>
        </p:txBody>
      </p:sp>
      <p:sp>
        <p:nvSpPr>
          <p:cNvPr id="676779252" name="Подзаголовок 2"/>
          <p:cNvSpPr>
            <a:spLocks noGrp="1"/>
          </p:cNvSpPr>
          <p:nvPr>
            <p:ph type="subTitle" idx="1"/>
          </p:nvPr>
        </p:nvSpPr>
        <p:spPr bwMode="auto"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pPr>
              <a:defRPr/>
            </a:pPr>
            <a:r>
              <a:rPr lang="ru-RU"/>
              <a:t>Образец подзаголовка</a:t>
            </a:r>
            <a:endParaRPr lang="ru-RU"/>
          </a:p>
        </p:txBody>
      </p:sp>
      <p:sp>
        <p:nvSpPr>
          <p:cNvPr id="567741136" name="Дата 3"/>
          <p:cNvSpPr>
            <a:spLocks noGrp="1"/>
          </p:cNvSpPr>
          <p:nvPr>
            <p:ph type="dt" sz="half" idx="10"/>
          </p:nvPr>
        </p:nvSpPr>
        <p:spPr bwMode="auto"/>
        <p:txBody>
          <a:bodyPr/>
          <a:lstStyle/>
          <a:p>
            <a:pPr>
              <a:defRPr/>
            </a:pPr>
            <a:fld id="{BCC18F51-09EC-435C-A3BA-64A766E099C0}" type="datetimeFigureOut">
              <a:rPr lang="ru-RU"/>
              <a:t>30.10.2013</a:t>
            </a:fld>
            <a:endParaRPr lang="ru-RU"/>
          </a:p>
        </p:txBody>
      </p:sp>
      <p:sp>
        <p:nvSpPr>
          <p:cNvPr id="716269165" name="Нижний колонтитул 4"/>
          <p:cNvSpPr>
            <a:spLocks noGrp="1"/>
          </p:cNvSpPr>
          <p:nvPr>
            <p:ph type="ftr" sz="quarter" idx="11"/>
          </p:nvPr>
        </p:nvSpPr>
        <p:spPr bwMode="auto"/>
        <p:txBody>
          <a:bodyPr/>
          <a:lstStyle/>
          <a:p>
            <a:pPr>
              <a:defRPr/>
            </a:pPr>
            <a:endParaRPr lang="ru-RU"/>
          </a:p>
        </p:txBody>
      </p:sp>
      <p:sp>
        <p:nvSpPr>
          <p:cNvPr id="528929046" name="Номер слайда 5"/>
          <p:cNvSpPr>
            <a:spLocks noGrp="1"/>
          </p:cNvSpPr>
          <p:nvPr>
            <p:ph type="sldNum" sz="quarter" idx="12"/>
          </p:nvPr>
        </p:nvSpPr>
        <p:spPr bwMode="auto"/>
        <p:txBody>
          <a:bodyPr/>
          <a:lstStyle/>
          <a:p>
            <a:pPr>
              <a:defRPr/>
            </a:pPr>
            <a:fld id="{08395586-F03A-48D1-94DF-16B239DF4FB5}" type="slidenum">
              <a:rPr lang="ru-RU"/>
              <a:t>‹#›</a:t>
            </a:fld>
            <a:endParaRPr lang="ru-RU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matchingName="" preserve="1" showMasterPhAnim="0" showMasterSp="1" type="obj" userDrawn="1">
  <p:cSld name="Заголовок и объект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544492846" name="Заголовок 1"/>
          <p:cNvSpPr>
            <a:spLocks noGrp="1"/>
          </p:cNvSpPr>
          <p:nvPr>
            <p:ph type="title"/>
          </p:nvPr>
        </p:nvSpPr>
        <p:spPr bwMode="auto"/>
        <p:txBody>
          <a:bodyPr/>
          <a:lstStyle/>
          <a:p>
            <a:pPr>
              <a:defRPr/>
            </a:pPr>
            <a:r>
              <a:rPr lang="ru-RU"/>
              <a:t>Образец заголовка</a:t>
            </a:r>
            <a:endParaRPr lang="ru-RU"/>
          </a:p>
        </p:txBody>
      </p:sp>
      <p:sp>
        <p:nvSpPr>
          <p:cNvPr id="1986621590" name="Объект 2"/>
          <p:cNvSpPr>
            <a:spLocks noGrp="1"/>
          </p:cNvSpPr>
          <p:nvPr>
            <p:ph idx="1"/>
          </p:nvPr>
        </p:nvSpPr>
        <p:spPr bwMode="auto"/>
        <p:txBody>
          <a:bodyPr/>
          <a:lstStyle/>
          <a:p>
            <a:pPr lvl="0">
              <a:defRPr/>
            </a:pPr>
            <a:r>
              <a:rPr lang="ru-RU"/>
              <a:t>Образец текста</a:t>
            </a:r>
            <a:endParaRPr/>
          </a:p>
          <a:p>
            <a:pPr lvl="1">
              <a:defRPr/>
            </a:pPr>
            <a:r>
              <a:rPr lang="ru-RU"/>
              <a:t>Второй уровень</a:t>
            </a:r>
            <a:endParaRPr/>
          </a:p>
          <a:p>
            <a:pPr lvl="2">
              <a:defRPr/>
            </a:pPr>
            <a:r>
              <a:rPr lang="ru-RU"/>
              <a:t>Третий уровень</a:t>
            </a:r>
            <a:endParaRPr/>
          </a:p>
          <a:p>
            <a:pPr lvl="3">
              <a:defRPr/>
            </a:pPr>
            <a:r>
              <a:rPr lang="ru-RU"/>
              <a:t>Четвертый уровень</a:t>
            </a:r>
            <a:endParaRPr/>
          </a:p>
          <a:p>
            <a:pPr lvl="4">
              <a:defRPr/>
            </a:pPr>
            <a:r>
              <a:rPr lang="ru-RU"/>
              <a:t>Пятый уровень</a:t>
            </a:r>
            <a:endParaRPr lang="ru-RU"/>
          </a:p>
        </p:txBody>
      </p:sp>
      <p:sp>
        <p:nvSpPr>
          <p:cNvPr id="1672232488" name="Дата 3"/>
          <p:cNvSpPr>
            <a:spLocks noGrp="1"/>
          </p:cNvSpPr>
          <p:nvPr>
            <p:ph type="dt" sz="half" idx="10"/>
          </p:nvPr>
        </p:nvSpPr>
        <p:spPr bwMode="auto"/>
        <p:txBody>
          <a:bodyPr/>
          <a:lstStyle/>
          <a:p>
            <a:pPr>
              <a:defRPr/>
            </a:pPr>
            <a:fld id="{BCC18F51-09EC-435C-A3BA-64A766E099C0}" type="datetimeFigureOut">
              <a:rPr lang="ru-RU"/>
              <a:t>30.10.2013</a:t>
            </a:fld>
            <a:endParaRPr lang="ru-RU"/>
          </a:p>
        </p:txBody>
      </p:sp>
      <p:sp>
        <p:nvSpPr>
          <p:cNvPr id="1779898303" name="Нижний колонтитул 4"/>
          <p:cNvSpPr>
            <a:spLocks noGrp="1"/>
          </p:cNvSpPr>
          <p:nvPr>
            <p:ph type="ftr" sz="quarter" idx="11"/>
          </p:nvPr>
        </p:nvSpPr>
        <p:spPr bwMode="auto"/>
        <p:txBody>
          <a:bodyPr/>
          <a:lstStyle/>
          <a:p>
            <a:pPr>
              <a:defRPr/>
            </a:pPr>
            <a:endParaRPr lang="ru-RU"/>
          </a:p>
        </p:txBody>
      </p:sp>
      <p:sp>
        <p:nvSpPr>
          <p:cNvPr id="1445665508" name="Номер слайда 5"/>
          <p:cNvSpPr>
            <a:spLocks noGrp="1"/>
          </p:cNvSpPr>
          <p:nvPr>
            <p:ph type="sldNum" sz="quarter" idx="12"/>
          </p:nvPr>
        </p:nvSpPr>
        <p:spPr bwMode="auto"/>
        <p:txBody>
          <a:bodyPr/>
          <a:lstStyle/>
          <a:p>
            <a:pPr>
              <a:defRPr/>
            </a:pPr>
            <a:fld id="{08395586-F03A-48D1-94DF-16B239DF4FB5}" type="slidenum">
              <a:rPr lang="ru-RU"/>
              <a:t>‹#›</a:t>
            </a:fld>
            <a:endParaRPr lang="ru-RU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matchingName="" preserve="1" showMasterPhAnim="0" showMasterSp="1" type="secHead" userDrawn="1">
  <p:cSld name="Заголовок раздела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636262826" name="Заголовок 1"/>
          <p:cNvSpPr>
            <a:spLocks noGrp="1"/>
          </p:cNvSpPr>
          <p:nvPr>
            <p:ph type="title"/>
          </p:nvPr>
        </p:nvSpPr>
        <p:spPr bwMode="auto"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pPr>
              <a:defRPr/>
            </a:pPr>
            <a:r>
              <a:rPr lang="ru-RU"/>
              <a:t>Образец заголовка</a:t>
            </a:r>
            <a:endParaRPr lang="ru-RU"/>
          </a:p>
        </p:txBody>
      </p:sp>
      <p:sp>
        <p:nvSpPr>
          <p:cNvPr id="297125310" name="Текст 2"/>
          <p:cNvSpPr>
            <a:spLocks noGrp="1"/>
          </p:cNvSpPr>
          <p:nvPr>
            <p:ph type="body" idx="1"/>
          </p:nvPr>
        </p:nvSpPr>
        <p:spPr bwMode="auto"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>
              <a:defRPr/>
            </a:pPr>
            <a:r>
              <a:rPr lang="ru-RU"/>
              <a:t>Образец текста</a:t>
            </a:r>
            <a:endParaRPr/>
          </a:p>
        </p:txBody>
      </p:sp>
      <p:sp>
        <p:nvSpPr>
          <p:cNvPr id="1981488786" name="Дата 3"/>
          <p:cNvSpPr>
            <a:spLocks noGrp="1"/>
          </p:cNvSpPr>
          <p:nvPr>
            <p:ph type="dt" sz="half" idx="10"/>
          </p:nvPr>
        </p:nvSpPr>
        <p:spPr bwMode="auto"/>
        <p:txBody>
          <a:bodyPr/>
          <a:lstStyle/>
          <a:p>
            <a:pPr>
              <a:defRPr/>
            </a:pPr>
            <a:fld id="{BCC18F51-09EC-435C-A3BA-64A766E099C0}" type="datetimeFigureOut">
              <a:rPr lang="ru-RU"/>
              <a:t>30.10.2013</a:t>
            </a:fld>
            <a:endParaRPr lang="ru-RU"/>
          </a:p>
        </p:txBody>
      </p:sp>
      <p:sp>
        <p:nvSpPr>
          <p:cNvPr id="254678441" name="Нижний колонтитул 4"/>
          <p:cNvSpPr>
            <a:spLocks noGrp="1"/>
          </p:cNvSpPr>
          <p:nvPr>
            <p:ph type="ftr" sz="quarter" idx="11"/>
          </p:nvPr>
        </p:nvSpPr>
        <p:spPr bwMode="auto"/>
        <p:txBody>
          <a:bodyPr/>
          <a:lstStyle/>
          <a:p>
            <a:pPr>
              <a:defRPr/>
            </a:pPr>
            <a:endParaRPr lang="ru-RU"/>
          </a:p>
        </p:txBody>
      </p:sp>
      <p:sp>
        <p:nvSpPr>
          <p:cNvPr id="1509623975" name="Номер слайда 5"/>
          <p:cNvSpPr>
            <a:spLocks noGrp="1"/>
          </p:cNvSpPr>
          <p:nvPr>
            <p:ph type="sldNum" sz="quarter" idx="12"/>
          </p:nvPr>
        </p:nvSpPr>
        <p:spPr bwMode="auto"/>
        <p:txBody>
          <a:bodyPr/>
          <a:lstStyle/>
          <a:p>
            <a:pPr>
              <a:defRPr/>
            </a:pPr>
            <a:fld id="{08395586-F03A-48D1-94DF-16B239DF4FB5}" type="slidenum">
              <a:rPr lang="ru-RU"/>
              <a:t>‹#›</a:t>
            </a:fld>
            <a:endParaRPr lang="ru-RU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matchingName="" preserve="1" showMasterPhAnim="0" showMasterSp="1" type="twoObj" userDrawn="1">
  <p:cSld name="Два объекта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797234242" name="Заголовок 1"/>
          <p:cNvSpPr>
            <a:spLocks noGrp="1"/>
          </p:cNvSpPr>
          <p:nvPr>
            <p:ph type="title"/>
          </p:nvPr>
        </p:nvSpPr>
        <p:spPr bwMode="auto"/>
        <p:txBody>
          <a:bodyPr/>
          <a:lstStyle/>
          <a:p>
            <a:pPr>
              <a:defRPr/>
            </a:pPr>
            <a:r>
              <a:rPr lang="ru-RU"/>
              <a:t>Образец заголовка</a:t>
            </a:r>
            <a:endParaRPr lang="ru-RU"/>
          </a:p>
        </p:txBody>
      </p:sp>
      <p:sp>
        <p:nvSpPr>
          <p:cNvPr id="1714895695" name="Объект 2"/>
          <p:cNvSpPr>
            <a:spLocks noGrp="1"/>
          </p:cNvSpPr>
          <p:nvPr>
            <p:ph sz="half" idx="1"/>
          </p:nvPr>
        </p:nvSpPr>
        <p:spPr bwMode="auto">
          <a:xfrm>
            <a:off x="838200" y="1825625"/>
            <a:ext cx="5181600" cy="4351338"/>
          </a:xfrm>
        </p:spPr>
        <p:txBody>
          <a:bodyPr/>
          <a:lstStyle/>
          <a:p>
            <a:pPr lvl="0">
              <a:defRPr/>
            </a:pPr>
            <a:r>
              <a:rPr lang="ru-RU"/>
              <a:t>Образец текста</a:t>
            </a:r>
            <a:endParaRPr/>
          </a:p>
          <a:p>
            <a:pPr lvl="1">
              <a:defRPr/>
            </a:pPr>
            <a:r>
              <a:rPr lang="ru-RU"/>
              <a:t>Второй уровень</a:t>
            </a:r>
            <a:endParaRPr/>
          </a:p>
          <a:p>
            <a:pPr lvl="2">
              <a:defRPr/>
            </a:pPr>
            <a:r>
              <a:rPr lang="ru-RU"/>
              <a:t>Третий уровень</a:t>
            </a:r>
            <a:endParaRPr/>
          </a:p>
          <a:p>
            <a:pPr lvl="3">
              <a:defRPr/>
            </a:pPr>
            <a:r>
              <a:rPr lang="ru-RU"/>
              <a:t>Четвертый уровень</a:t>
            </a:r>
            <a:endParaRPr/>
          </a:p>
          <a:p>
            <a:pPr lvl="4">
              <a:defRPr/>
            </a:pPr>
            <a:r>
              <a:rPr lang="ru-RU"/>
              <a:t>Пятый уровень</a:t>
            </a:r>
            <a:endParaRPr lang="ru-RU"/>
          </a:p>
        </p:txBody>
      </p:sp>
      <p:sp>
        <p:nvSpPr>
          <p:cNvPr id="917749847" name="Объект 3"/>
          <p:cNvSpPr>
            <a:spLocks noGrp="1"/>
          </p:cNvSpPr>
          <p:nvPr>
            <p:ph sz="half" idx="2"/>
          </p:nvPr>
        </p:nvSpPr>
        <p:spPr bwMode="auto">
          <a:xfrm>
            <a:off x="6172200" y="1825625"/>
            <a:ext cx="5181600" cy="4351338"/>
          </a:xfrm>
        </p:spPr>
        <p:txBody>
          <a:bodyPr/>
          <a:lstStyle/>
          <a:p>
            <a:pPr lvl="0">
              <a:defRPr/>
            </a:pPr>
            <a:r>
              <a:rPr lang="ru-RU"/>
              <a:t>Образец текста</a:t>
            </a:r>
            <a:endParaRPr/>
          </a:p>
          <a:p>
            <a:pPr lvl="1">
              <a:defRPr/>
            </a:pPr>
            <a:r>
              <a:rPr lang="ru-RU"/>
              <a:t>Второй уровень</a:t>
            </a:r>
            <a:endParaRPr/>
          </a:p>
          <a:p>
            <a:pPr lvl="2">
              <a:defRPr/>
            </a:pPr>
            <a:r>
              <a:rPr lang="ru-RU"/>
              <a:t>Третий уровень</a:t>
            </a:r>
            <a:endParaRPr/>
          </a:p>
          <a:p>
            <a:pPr lvl="3">
              <a:defRPr/>
            </a:pPr>
            <a:r>
              <a:rPr lang="ru-RU"/>
              <a:t>Четвертый уровень</a:t>
            </a:r>
            <a:endParaRPr/>
          </a:p>
          <a:p>
            <a:pPr lvl="4">
              <a:defRPr/>
            </a:pPr>
            <a:r>
              <a:rPr lang="ru-RU"/>
              <a:t>Пятый уровень</a:t>
            </a:r>
            <a:endParaRPr lang="ru-RU"/>
          </a:p>
        </p:txBody>
      </p:sp>
      <p:sp>
        <p:nvSpPr>
          <p:cNvPr id="1412874055" name="Дата 4"/>
          <p:cNvSpPr>
            <a:spLocks noGrp="1"/>
          </p:cNvSpPr>
          <p:nvPr>
            <p:ph type="dt" sz="half" idx="10"/>
          </p:nvPr>
        </p:nvSpPr>
        <p:spPr bwMode="auto"/>
        <p:txBody>
          <a:bodyPr/>
          <a:lstStyle/>
          <a:p>
            <a:pPr>
              <a:defRPr/>
            </a:pPr>
            <a:fld id="{BCC18F51-09EC-435C-A3BA-64A766E099C0}" type="datetimeFigureOut">
              <a:rPr lang="ru-RU"/>
              <a:t>30.10.2013</a:t>
            </a:fld>
            <a:endParaRPr lang="ru-RU"/>
          </a:p>
        </p:txBody>
      </p:sp>
      <p:sp>
        <p:nvSpPr>
          <p:cNvPr id="980379817" name="Нижний колонтитул 5"/>
          <p:cNvSpPr>
            <a:spLocks noGrp="1"/>
          </p:cNvSpPr>
          <p:nvPr>
            <p:ph type="ftr" sz="quarter" idx="11"/>
          </p:nvPr>
        </p:nvSpPr>
        <p:spPr bwMode="auto"/>
        <p:txBody>
          <a:bodyPr/>
          <a:lstStyle/>
          <a:p>
            <a:pPr>
              <a:defRPr/>
            </a:pPr>
            <a:endParaRPr lang="ru-RU"/>
          </a:p>
        </p:txBody>
      </p:sp>
      <p:sp>
        <p:nvSpPr>
          <p:cNvPr id="510274122" name="Номер слайда 6"/>
          <p:cNvSpPr>
            <a:spLocks noGrp="1"/>
          </p:cNvSpPr>
          <p:nvPr>
            <p:ph type="sldNum" sz="quarter" idx="12"/>
          </p:nvPr>
        </p:nvSpPr>
        <p:spPr bwMode="auto"/>
        <p:txBody>
          <a:bodyPr/>
          <a:lstStyle/>
          <a:p>
            <a:pPr>
              <a:defRPr/>
            </a:pPr>
            <a:fld id="{08395586-F03A-48D1-94DF-16B239DF4FB5}" type="slidenum">
              <a:rPr lang="ru-RU"/>
              <a:t>‹#›</a:t>
            </a:fld>
            <a:endParaRPr lang="ru-RU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matchingName="" preserve="1" showMasterPhAnim="0" showMasterSp="1" type="twoTxTwoObj" userDrawn="1">
  <p:cSld name="Сравнение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414841224" name="Заголовок 1"/>
          <p:cNvSpPr>
            <a:spLocks noGrp="1"/>
          </p:cNvSpPr>
          <p:nvPr>
            <p:ph type="title"/>
          </p:nvPr>
        </p:nvSpPr>
        <p:spPr bwMode="auto">
          <a:xfrm>
            <a:off x="839788" y="365125"/>
            <a:ext cx="10515600" cy="1325563"/>
          </a:xfrm>
        </p:spPr>
        <p:txBody>
          <a:bodyPr/>
          <a:lstStyle/>
          <a:p>
            <a:pPr>
              <a:defRPr/>
            </a:pPr>
            <a:r>
              <a:rPr lang="ru-RU"/>
              <a:t>Образец заголовка</a:t>
            </a:r>
            <a:endParaRPr lang="ru-RU"/>
          </a:p>
        </p:txBody>
      </p:sp>
      <p:sp>
        <p:nvSpPr>
          <p:cNvPr id="1726101286" name="Текст 2"/>
          <p:cNvSpPr>
            <a:spLocks noGrp="1"/>
          </p:cNvSpPr>
          <p:nvPr>
            <p:ph type="body" idx="1"/>
          </p:nvPr>
        </p:nvSpPr>
        <p:spPr bwMode="auto"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>
              <a:defRPr/>
            </a:pPr>
            <a:r>
              <a:rPr lang="ru-RU"/>
              <a:t>Образец текста</a:t>
            </a:r>
            <a:endParaRPr/>
          </a:p>
        </p:txBody>
      </p:sp>
      <p:sp>
        <p:nvSpPr>
          <p:cNvPr id="928905916" name="Объект 3"/>
          <p:cNvSpPr>
            <a:spLocks noGrp="1"/>
          </p:cNvSpPr>
          <p:nvPr>
            <p:ph sz="half" idx="2"/>
          </p:nvPr>
        </p:nvSpPr>
        <p:spPr bwMode="auto">
          <a:xfrm>
            <a:off x="839788" y="2505074"/>
            <a:ext cx="5157787" cy="3684588"/>
          </a:xfrm>
        </p:spPr>
        <p:txBody>
          <a:bodyPr/>
          <a:lstStyle/>
          <a:p>
            <a:pPr lvl="0">
              <a:defRPr/>
            </a:pPr>
            <a:r>
              <a:rPr lang="ru-RU"/>
              <a:t>Образец текста</a:t>
            </a:r>
            <a:endParaRPr/>
          </a:p>
          <a:p>
            <a:pPr lvl="1">
              <a:defRPr/>
            </a:pPr>
            <a:r>
              <a:rPr lang="ru-RU"/>
              <a:t>Второй уровень</a:t>
            </a:r>
            <a:endParaRPr/>
          </a:p>
          <a:p>
            <a:pPr lvl="2">
              <a:defRPr/>
            </a:pPr>
            <a:r>
              <a:rPr lang="ru-RU"/>
              <a:t>Третий уровень</a:t>
            </a:r>
            <a:endParaRPr/>
          </a:p>
          <a:p>
            <a:pPr lvl="3">
              <a:defRPr/>
            </a:pPr>
            <a:r>
              <a:rPr lang="ru-RU"/>
              <a:t>Четвертый уровень</a:t>
            </a:r>
            <a:endParaRPr/>
          </a:p>
          <a:p>
            <a:pPr lvl="4">
              <a:defRPr/>
            </a:pPr>
            <a:r>
              <a:rPr lang="ru-RU"/>
              <a:t>Пятый уровень</a:t>
            </a:r>
            <a:endParaRPr lang="ru-RU"/>
          </a:p>
        </p:txBody>
      </p:sp>
      <p:sp>
        <p:nvSpPr>
          <p:cNvPr id="450596199" name="Текст 4"/>
          <p:cNvSpPr>
            <a:spLocks noGrp="1"/>
          </p:cNvSpPr>
          <p:nvPr>
            <p:ph type="body" sz="quarter" idx="3"/>
          </p:nvPr>
        </p:nvSpPr>
        <p:spPr bwMode="auto"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>
              <a:defRPr/>
            </a:pPr>
            <a:r>
              <a:rPr lang="ru-RU"/>
              <a:t>Образец текста</a:t>
            </a:r>
            <a:endParaRPr/>
          </a:p>
        </p:txBody>
      </p:sp>
      <p:sp>
        <p:nvSpPr>
          <p:cNvPr id="728942668" name="Объект 5"/>
          <p:cNvSpPr>
            <a:spLocks noGrp="1"/>
          </p:cNvSpPr>
          <p:nvPr>
            <p:ph sz="quarter" idx="4"/>
          </p:nvPr>
        </p:nvSpPr>
        <p:spPr bwMode="auto">
          <a:xfrm>
            <a:off x="6172200" y="2505074"/>
            <a:ext cx="5183188" cy="3684588"/>
          </a:xfrm>
        </p:spPr>
        <p:txBody>
          <a:bodyPr/>
          <a:lstStyle/>
          <a:p>
            <a:pPr lvl="0">
              <a:defRPr/>
            </a:pPr>
            <a:r>
              <a:rPr lang="ru-RU"/>
              <a:t>Образец текста</a:t>
            </a:r>
            <a:endParaRPr/>
          </a:p>
          <a:p>
            <a:pPr lvl="1">
              <a:defRPr/>
            </a:pPr>
            <a:r>
              <a:rPr lang="ru-RU"/>
              <a:t>Второй уровень</a:t>
            </a:r>
            <a:endParaRPr/>
          </a:p>
          <a:p>
            <a:pPr lvl="2">
              <a:defRPr/>
            </a:pPr>
            <a:r>
              <a:rPr lang="ru-RU"/>
              <a:t>Третий уровень</a:t>
            </a:r>
            <a:endParaRPr/>
          </a:p>
          <a:p>
            <a:pPr lvl="3">
              <a:defRPr/>
            </a:pPr>
            <a:r>
              <a:rPr lang="ru-RU"/>
              <a:t>Четвертый уровень</a:t>
            </a:r>
            <a:endParaRPr/>
          </a:p>
          <a:p>
            <a:pPr lvl="4">
              <a:defRPr/>
            </a:pPr>
            <a:r>
              <a:rPr lang="ru-RU"/>
              <a:t>Пятый уровень</a:t>
            </a:r>
            <a:endParaRPr lang="ru-RU"/>
          </a:p>
        </p:txBody>
      </p:sp>
      <p:sp>
        <p:nvSpPr>
          <p:cNvPr id="370542557" name="Дата 6"/>
          <p:cNvSpPr>
            <a:spLocks noGrp="1"/>
          </p:cNvSpPr>
          <p:nvPr>
            <p:ph type="dt" sz="half" idx="10"/>
          </p:nvPr>
        </p:nvSpPr>
        <p:spPr bwMode="auto"/>
        <p:txBody>
          <a:bodyPr/>
          <a:lstStyle/>
          <a:p>
            <a:pPr>
              <a:defRPr/>
            </a:pPr>
            <a:fld id="{BCC18F51-09EC-435C-A3BA-64A766E099C0}" type="datetimeFigureOut">
              <a:rPr lang="ru-RU"/>
              <a:t>30.10.2013</a:t>
            </a:fld>
            <a:endParaRPr lang="ru-RU"/>
          </a:p>
        </p:txBody>
      </p:sp>
      <p:sp>
        <p:nvSpPr>
          <p:cNvPr id="1563076251" name="Нижний колонтитул 7"/>
          <p:cNvSpPr>
            <a:spLocks noGrp="1"/>
          </p:cNvSpPr>
          <p:nvPr>
            <p:ph type="ftr" sz="quarter" idx="11"/>
          </p:nvPr>
        </p:nvSpPr>
        <p:spPr bwMode="auto"/>
        <p:txBody>
          <a:bodyPr/>
          <a:lstStyle/>
          <a:p>
            <a:pPr>
              <a:defRPr/>
            </a:pPr>
            <a:endParaRPr lang="ru-RU"/>
          </a:p>
        </p:txBody>
      </p:sp>
      <p:sp>
        <p:nvSpPr>
          <p:cNvPr id="505353662" name="Номер слайда 8"/>
          <p:cNvSpPr>
            <a:spLocks noGrp="1"/>
          </p:cNvSpPr>
          <p:nvPr>
            <p:ph type="sldNum" sz="quarter" idx="12"/>
          </p:nvPr>
        </p:nvSpPr>
        <p:spPr bwMode="auto"/>
        <p:txBody>
          <a:bodyPr/>
          <a:lstStyle/>
          <a:p>
            <a:pPr>
              <a:defRPr/>
            </a:pPr>
            <a:fld id="{08395586-F03A-48D1-94DF-16B239DF4FB5}" type="slidenum">
              <a:rPr lang="ru-RU"/>
              <a:t>‹#›</a:t>
            </a:fld>
            <a:endParaRPr lang="ru-RU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matchingName="" preserve="1" showMasterPhAnim="0" showMasterSp="1" type="titleOnly" userDrawn="1">
  <p:cSld name="Только заголовок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453625671" name="Заголовок 1"/>
          <p:cNvSpPr>
            <a:spLocks noGrp="1"/>
          </p:cNvSpPr>
          <p:nvPr>
            <p:ph type="title"/>
          </p:nvPr>
        </p:nvSpPr>
        <p:spPr bwMode="auto"/>
        <p:txBody>
          <a:bodyPr/>
          <a:lstStyle/>
          <a:p>
            <a:pPr>
              <a:defRPr/>
            </a:pPr>
            <a:r>
              <a:rPr lang="ru-RU"/>
              <a:t>Образец заголовка</a:t>
            </a:r>
            <a:endParaRPr lang="ru-RU"/>
          </a:p>
        </p:txBody>
      </p:sp>
      <p:sp>
        <p:nvSpPr>
          <p:cNvPr id="1838377841" name="Дата 2"/>
          <p:cNvSpPr>
            <a:spLocks noGrp="1"/>
          </p:cNvSpPr>
          <p:nvPr>
            <p:ph type="dt" sz="half" idx="10"/>
          </p:nvPr>
        </p:nvSpPr>
        <p:spPr bwMode="auto"/>
        <p:txBody>
          <a:bodyPr/>
          <a:lstStyle/>
          <a:p>
            <a:pPr>
              <a:defRPr/>
            </a:pPr>
            <a:fld id="{BCC18F51-09EC-435C-A3BA-64A766E099C0}" type="datetimeFigureOut">
              <a:rPr lang="ru-RU"/>
              <a:t>30.10.2013</a:t>
            </a:fld>
            <a:endParaRPr lang="ru-RU"/>
          </a:p>
        </p:txBody>
      </p:sp>
      <p:sp>
        <p:nvSpPr>
          <p:cNvPr id="1764703748" name="Нижний колонтитул 3"/>
          <p:cNvSpPr>
            <a:spLocks noGrp="1"/>
          </p:cNvSpPr>
          <p:nvPr>
            <p:ph type="ftr" sz="quarter" idx="11"/>
          </p:nvPr>
        </p:nvSpPr>
        <p:spPr bwMode="auto"/>
        <p:txBody>
          <a:bodyPr/>
          <a:lstStyle/>
          <a:p>
            <a:pPr>
              <a:defRPr/>
            </a:pPr>
            <a:endParaRPr lang="ru-RU"/>
          </a:p>
        </p:txBody>
      </p:sp>
      <p:sp>
        <p:nvSpPr>
          <p:cNvPr id="860185228" name="Номер слайда 4"/>
          <p:cNvSpPr>
            <a:spLocks noGrp="1"/>
          </p:cNvSpPr>
          <p:nvPr>
            <p:ph type="sldNum" sz="quarter" idx="12"/>
          </p:nvPr>
        </p:nvSpPr>
        <p:spPr bwMode="auto"/>
        <p:txBody>
          <a:bodyPr/>
          <a:lstStyle/>
          <a:p>
            <a:pPr>
              <a:defRPr/>
            </a:pPr>
            <a:fld id="{08395586-F03A-48D1-94DF-16B239DF4FB5}" type="slidenum">
              <a:rPr lang="ru-RU"/>
              <a:t>‹#›</a:t>
            </a:fld>
            <a:endParaRPr lang="ru-RU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matchingName="" preserve="1" showMasterPhAnim="0" showMasterSp="1" type="blank" userDrawn="1">
  <p:cSld name="Пустой слайд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619861726" name="Дата 1"/>
          <p:cNvSpPr>
            <a:spLocks noGrp="1"/>
          </p:cNvSpPr>
          <p:nvPr>
            <p:ph type="dt" sz="half" idx="10"/>
          </p:nvPr>
        </p:nvSpPr>
        <p:spPr bwMode="auto"/>
        <p:txBody>
          <a:bodyPr/>
          <a:lstStyle/>
          <a:p>
            <a:pPr>
              <a:defRPr/>
            </a:pPr>
            <a:fld id="{BCC18F51-09EC-435C-A3BA-64A766E099C0}" type="datetimeFigureOut">
              <a:rPr lang="ru-RU"/>
              <a:t>30.10.2013</a:t>
            </a:fld>
            <a:endParaRPr lang="ru-RU"/>
          </a:p>
        </p:txBody>
      </p:sp>
      <p:sp>
        <p:nvSpPr>
          <p:cNvPr id="349772904" name="Нижний колонтитул 2"/>
          <p:cNvSpPr>
            <a:spLocks noGrp="1"/>
          </p:cNvSpPr>
          <p:nvPr>
            <p:ph type="ftr" sz="quarter" idx="11"/>
          </p:nvPr>
        </p:nvSpPr>
        <p:spPr bwMode="auto"/>
        <p:txBody>
          <a:bodyPr/>
          <a:lstStyle/>
          <a:p>
            <a:pPr>
              <a:defRPr/>
            </a:pPr>
            <a:endParaRPr lang="ru-RU"/>
          </a:p>
        </p:txBody>
      </p:sp>
      <p:sp>
        <p:nvSpPr>
          <p:cNvPr id="1632633867" name="Номер слайда 3"/>
          <p:cNvSpPr>
            <a:spLocks noGrp="1"/>
          </p:cNvSpPr>
          <p:nvPr>
            <p:ph type="sldNum" sz="quarter" idx="12"/>
          </p:nvPr>
        </p:nvSpPr>
        <p:spPr bwMode="auto"/>
        <p:txBody>
          <a:bodyPr/>
          <a:lstStyle/>
          <a:p>
            <a:pPr>
              <a:defRPr/>
            </a:pPr>
            <a:fld id="{08395586-F03A-48D1-94DF-16B239DF4FB5}" type="slidenum">
              <a:rPr lang="ru-RU"/>
              <a:t>‹#›</a:t>
            </a:fld>
            <a:endParaRPr lang="ru-RU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matchingName="" preserve="1" showMasterPhAnim="0" showMasterSp="1" type="objTx" userDrawn="1">
  <p:cSld name="Объект с подписью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498179233" name="Заголовок 1"/>
          <p:cNvSpPr>
            <a:spLocks noGrp="1"/>
          </p:cNvSpPr>
          <p:nvPr>
            <p:ph type="title"/>
          </p:nvPr>
        </p:nvSpPr>
        <p:spPr bwMode="auto"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pPr>
              <a:defRPr/>
            </a:pPr>
            <a:r>
              <a:rPr lang="ru-RU"/>
              <a:t>Образец заголовка</a:t>
            </a:r>
            <a:endParaRPr lang="ru-RU"/>
          </a:p>
        </p:txBody>
      </p:sp>
      <p:sp>
        <p:nvSpPr>
          <p:cNvPr id="1967029784" name="Объект 2"/>
          <p:cNvSpPr>
            <a:spLocks noGrp="1"/>
          </p:cNvSpPr>
          <p:nvPr>
            <p:ph idx="1"/>
          </p:nvPr>
        </p:nvSpPr>
        <p:spPr bwMode="auto"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>
              <a:defRPr/>
            </a:pPr>
            <a:r>
              <a:rPr lang="ru-RU"/>
              <a:t>Образец текста</a:t>
            </a:r>
            <a:endParaRPr/>
          </a:p>
          <a:p>
            <a:pPr lvl="1">
              <a:defRPr/>
            </a:pPr>
            <a:r>
              <a:rPr lang="ru-RU"/>
              <a:t>Второй уровень</a:t>
            </a:r>
            <a:endParaRPr/>
          </a:p>
          <a:p>
            <a:pPr lvl="2">
              <a:defRPr/>
            </a:pPr>
            <a:r>
              <a:rPr lang="ru-RU"/>
              <a:t>Третий уровень</a:t>
            </a:r>
            <a:endParaRPr/>
          </a:p>
          <a:p>
            <a:pPr lvl="3">
              <a:defRPr/>
            </a:pPr>
            <a:r>
              <a:rPr lang="ru-RU"/>
              <a:t>Четвертый уровень</a:t>
            </a:r>
            <a:endParaRPr/>
          </a:p>
          <a:p>
            <a:pPr lvl="4">
              <a:defRPr/>
            </a:pPr>
            <a:r>
              <a:rPr lang="ru-RU"/>
              <a:t>Пятый уровень</a:t>
            </a:r>
            <a:endParaRPr lang="ru-RU"/>
          </a:p>
        </p:txBody>
      </p:sp>
      <p:sp>
        <p:nvSpPr>
          <p:cNvPr id="1959941147" name="Текст 3"/>
          <p:cNvSpPr>
            <a:spLocks noGrp="1"/>
          </p:cNvSpPr>
          <p:nvPr>
            <p:ph type="body" sz="half" idx="2"/>
          </p:nvPr>
        </p:nvSpPr>
        <p:spPr bwMode="auto"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>
              <a:defRPr/>
            </a:pPr>
            <a:r>
              <a:rPr lang="ru-RU"/>
              <a:t>Образец текста</a:t>
            </a:r>
            <a:endParaRPr/>
          </a:p>
        </p:txBody>
      </p:sp>
      <p:sp>
        <p:nvSpPr>
          <p:cNvPr id="1073191187" name="Дата 4"/>
          <p:cNvSpPr>
            <a:spLocks noGrp="1"/>
          </p:cNvSpPr>
          <p:nvPr>
            <p:ph type="dt" sz="half" idx="10"/>
          </p:nvPr>
        </p:nvSpPr>
        <p:spPr bwMode="auto"/>
        <p:txBody>
          <a:bodyPr/>
          <a:lstStyle/>
          <a:p>
            <a:pPr>
              <a:defRPr/>
            </a:pPr>
            <a:fld id="{BCC18F51-09EC-435C-A3BA-64A766E099C0}" type="datetimeFigureOut">
              <a:rPr lang="ru-RU"/>
              <a:t>30.10.2013</a:t>
            </a:fld>
            <a:endParaRPr lang="ru-RU"/>
          </a:p>
        </p:txBody>
      </p:sp>
      <p:sp>
        <p:nvSpPr>
          <p:cNvPr id="228826598" name="Нижний колонтитул 5"/>
          <p:cNvSpPr>
            <a:spLocks noGrp="1"/>
          </p:cNvSpPr>
          <p:nvPr>
            <p:ph type="ftr" sz="quarter" idx="11"/>
          </p:nvPr>
        </p:nvSpPr>
        <p:spPr bwMode="auto"/>
        <p:txBody>
          <a:bodyPr/>
          <a:lstStyle/>
          <a:p>
            <a:pPr>
              <a:defRPr/>
            </a:pPr>
            <a:endParaRPr lang="ru-RU"/>
          </a:p>
        </p:txBody>
      </p:sp>
      <p:sp>
        <p:nvSpPr>
          <p:cNvPr id="316230988" name="Номер слайда 6"/>
          <p:cNvSpPr>
            <a:spLocks noGrp="1"/>
          </p:cNvSpPr>
          <p:nvPr>
            <p:ph type="sldNum" sz="quarter" idx="12"/>
          </p:nvPr>
        </p:nvSpPr>
        <p:spPr bwMode="auto"/>
        <p:txBody>
          <a:bodyPr/>
          <a:lstStyle/>
          <a:p>
            <a:pPr>
              <a:defRPr/>
            </a:pPr>
            <a:fld id="{08395586-F03A-48D1-94DF-16B239DF4FB5}" type="slidenum">
              <a:rPr lang="ru-RU"/>
              <a:t>‹#›</a:t>
            </a:fld>
            <a:endParaRPr lang="ru-RU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matchingName="" preserve="1" showMasterPhAnim="0" showMasterSp="1" type="picTx" userDrawn="1">
  <p:cSld name="Рисунок с подписью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509352904" name="Заголовок 1"/>
          <p:cNvSpPr>
            <a:spLocks noGrp="1"/>
          </p:cNvSpPr>
          <p:nvPr>
            <p:ph type="title"/>
          </p:nvPr>
        </p:nvSpPr>
        <p:spPr bwMode="auto"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pPr>
              <a:defRPr/>
            </a:pPr>
            <a:r>
              <a:rPr lang="ru-RU"/>
              <a:t>Образец заголовка</a:t>
            </a:r>
            <a:endParaRPr lang="ru-RU"/>
          </a:p>
        </p:txBody>
      </p:sp>
      <p:sp>
        <p:nvSpPr>
          <p:cNvPr id="1510052899" name="Рисунок 2"/>
          <p:cNvSpPr>
            <a:spLocks noChangeAspect="1" noGrp="1"/>
          </p:cNvSpPr>
          <p:nvPr>
            <p:ph type="pic" idx="1"/>
          </p:nvPr>
        </p:nvSpPr>
        <p:spPr bwMode="auto">
          <a:xfrm>
            <a:off x="5183188" y="987425"/>
            <a:ext cx="6172200" cy="4873625"/>
          </a:xfrm>
        </p:spPr>
        <p:txBody>
          <a:bodyPr anchor="t"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>
              <a:defRPr/>
            </a:pPr>
            <a:r>
              <a:rPr lang="ru-RU"/>
              <a:t>Нажмите, чтобы добавить изображение</a:t>
            </a:r>
            <a:endParaRPr lang="ru-RU"/>
          </a:p>
        </p:txBody>
      </p:sp>
      <p:sp>
        <p:nvSpPr>
          <p:cNvPr id="704094169" name="Текст 3"/>
          <p:cNvSpPr>
            <a:spLocks noGrp="1"/>
          </p:cNvSpPr>
          <p:nvPr>
            <p:ph type="body" sz="half" idx="2"/>
          </p:nvPr>
        </p:nvSpPr>
        <p:spPr bwMode="auto"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>
              <a:defRPr/>
            </a:pPr>
            <a:r>
              <a:rPr lang="ru-RU"/>
              <a:t>Образец текста</a:t>
            </a:r>
            <a:endParaRPr/>
          </a:p>
        </p:txBody>
      </p:sp>
      <p:sp>
        <p:nvSpPr>
          <p:cNvPr id="2040953277" name="Дата 4"/>
          <p:cNvSpPr>
            <a:spLocks noGrp="1"/>
          </p:cNvSpPr>
          <p:nvPr>
            <p:ph type="dt" sz="half" idx="10"/>
          </p:nvPr>
        </p:nvSpPr>
        <p:spPr bwMode="auto"/>
        <p:txBody>
          <a:bodyPr/>
          <a:lstStyle/>
          <a:p>
            <a:pPr>
              <a:defRPr/>
            </a:pPr>
            <a:fld id="{BCC18F51-09EC-435C-A3BA-64A766E099C0}" type="datetimeFigureOut">
              <a:rPr lang="ru-RU"/>
              <a:t>30.10.2013</a:t>
            </a:fld>
            <a:endParaRPr lang="ru-RU"/>
          </a:p>
        </p:txBody>
      </p:sp>
      <p:sp>
        <p:nvSpPr>
          <p:cNvPr id="517847932" name="Нижний колонтитул 5"/>
          <p:cNvSpPr>
            <a:spLocks noGrp="1"/>
          </p:cNvSpPr>
          <p:nvPr>
            <p:ph type="ftr" sz="quarter" idx="11"/>
          </p:nvPr>
        </p:nvSpPr>
        <p:spPr bwMode="auto"/>
        <p:txBody>
          <a:bodyPr/>
          <a:lstStyle/>
          <a:p>
            <a:pPr>
              <a:defRPr/>
            </a:pPr>
            <a:endParaRPr lang="ru-RU"/>
          </a:p>
        </p:txBody>
      </p:sp>
      <p:sp>
        <p:nvSpPr>
          <p:cNvPr id="981129270" name="Номер слайда 6"/>
          <p:cNvSpPr>
            <a:spLocks noGrp="1"/>
          </p:cNvSpPr>
          <p:nvPr>
            <p:ph type="sldNum" sz="quarter" idx="12"/>
          </p:nvPr>
        </p:nvSpPr>
        <p:spPr bwMode="auto"/>
        <p:txBody>
          <a:bodyPr/>
          <a:lstStyle/>
          <a:p>
            <a:pPr>
              <a:defRPr/>
            </a:pPr>
            <a:fld id="{08395586-F03A-48D1-94DF-16B239DF4FB5}" type="slidenum">
              <a:rPr lang="ru-RU"/>
              <a:t>‹#›</a:t>
            </a:fld>
            <a:endParaRPr lang="ru-RU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matchingName="" preserve="1" showMasterPhAnim="0" showMasterSp="1" type="vertTx" userDrawn="1">
  <p:cSld name="Заголовок и вертикальный текст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291921344" name="Заголовок 1"/>
          <p:cNvSpPr>
            <a:spLocks noGrp="1"/>
          </p:cNvSpPr>
          <p:nvPr>
            <p:ph type="title"/>
          </p:nvPr>
        </p:nvSpPr>
        <p:spPr bwMode="auto"/>
        <p:txBody>
          <a:bodyPr/>
          <a:lstStyle/>
          <a:p>
            <a:pPr>
              <a:defRPr/>
            </a:pPr>
            <a:r>
              <a:rPr lang="ru-RU"/>
              <a:t>Образец заголовка</a:t>
            </a:r>
            <a:endParaRPr lang="ru-RU"/>
          </a:p>
        </p:txBody>
      </p:sp>
      <p:sp>
        <p:nvSpPr>
          <p:cNvPr id="44550948" name="Вертикальный текст 2"/>
          <p:cNvSpPr>
            <a:spLocks noGrp="1"/>
          </p:cNvSpPr>
          <p:nvPr>
            <p:ph type="body" orient="vert" idx="1"/>
          </p:nvPr>
        </p:nvSpPr>
        <p:spPr bwMode="auto"/>
        <p:txBody>
          <a:bodyPr vert="eaVert"/>
          <a:lstStyle/>
          <a:p>
            <a:pPr lvl="0">
              <a:defRPr/>
            </a:pPr>
            <a:r>
              <a:rPr lang="ru-RU"/>
              <a:t>Образец текста</a:t>
            </a:r>
            <a:endParaRPr/>
          </a:p>
          <a:p>
            <a:pPr lvl="1">
              <a:defRPr/>
            </a:pPr>
            <a:r>
              <a:rPr lang="ru-RU"/>
              <a:t>Второй уровень</a:t>
            </a:r>
            <a:endParaRPr/>
          </a:p>
          <a:p>
            <a:pPr lvl="2">
              <a:defRPr/>
            </a:pPr>
            <a:r>
              <a:rPr lang="ru-RU"/>
              <a:t>Третий уровень</a:t>
            </a:r>
            <a:endParaRPr/>
          </a:p>
          <a:p>
            <a:pPr lvl="3">
              <a:defRPr/>
            </a:pPr>
            <a:r>
              <a:rPr lang="ru-RU"/>
              <a:t>Четвертый уровень</a:t>
            </a:r>
            <a:endParaRPr/>
          </a:p>
          <a:p>
            <a:pPr lvl="4">
              <a:defRPr/>
            </a:pPr>
            <a:r>
              <a:rPr lang="ru-RU"/>
              <a:t>Пятый уровень</a:t>
            </a:r>
            <a:endParaRPr lang="ru-RU"/>
          </a:p>
        </p:txBody>
      </p:sp>
      <p:sp>
        <p:nvSpPr>
          <p:cNvPr id="1274420538" name="Дата 3"/>
          <p:cNvSpPr>
            <a:spLocks noGrp="1"/>
          </p:cNvSpPr>
          <p:nvPr>
            <p:ph type="dt" sz="half" idx="10"/>
          </p:nvPr>
        </p:nvSpPr>
        <p:spPr bwMode="auto"/>
        <p:txBody>
          <a:bodyPr/>
          <a:lstStyle/>
          <a:p>
            <a:pPr>
              <a:defRPr/>
            </a:pPr>
            <a:fld id="{BCC18F51-09EC-435C-A3BA-64A766E099C0}" type="datetimeFigureOut">
              <a:rPr lang="ru-RU"/>
              <a:t>30.10.2013</a:t>
            </a:fld>
            <a:endParaRPr lang="ru-RU"/>
          </a:p>
        </p:txBody>
      </p:sp>
      <p:sp>
        <p:nvSpPr>
          <p:cNvPr id="2083744479" name="Нижний колонтитул 4"/>
          <p:cNvSpPr>
            <a:spLocks noGrp="1"/>
          </p:cNvSpPr>
          <p:nvPr>
            <p:ph type="ftr" sz="quarter" idx="11"/>
          </p:nvPr>
        </p:nvSpPr>
        <p:spPr bwMode="auto"/>
        <p:txBody>
          <a:bodyPr/>
          <a:lstStyle/>
          <a:p>
            <a:pPr>
              <a:defRPr/>
            </a:pPr>
            <a:endParaRPr lang="ru-RU"/>
          </a:p>
        </p:txBody>
      </p:sp>
      <p:sp>
        <p:nvSpPr>
          <p:cNvPr id="497987761" name="Номер слайда 5"/>
          <p:cNvSpPr>
            <a:spLocks noGrp="1"/>
          </p:cNvSpPr>
          <p:nvPr>
            <p:ph type="sldNum" sz="quarter" idx="12"/>
          </p:nvPr>
        </p:nvSpPr>
        <p:spPr bwMode="auto"/>
        <p:txBody>
          <a:bodyPr/>
          <a:lstStyle/>
          <a:p>
            <a:pPr>
              <a:defRPr/>
            </a:pPr>
            <a:fld id="{08395586-F03A-48D1-94DF-16B239DF4FB5}" type="slidenum">
              <a:rPr lang="ru-RU"/>
              <a:t>‹#›</a:t>
            </a:fld>
            <a:endParaRPr lang="ru-RU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matchingName="" preserve="1" showMasterPhAnim="0" showMasterSp="1" type="vertTitleAndTx" userDrawn="1">
  <p:cSld name="Вертикальный заголовок и текст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264362558" name="Вертикальный заголовок 1"/>
          <p:cNvSpPr>
            <a:spLocks noGrp="1"/>
          </p:cNvSpPr>
          <p:nvPr>
            <p:ph type="title" orient="vert"/>
          </p:nvPr>
        </p:nvSpPr>
        <p:spPr bwMode="auto">
          <a:xfrm>
            <a:off x="8724900" y="365125"/>
            <a:ext cx="2628900" cy="5811838"/>
          </a:xfrm>
        </p:spPr>
        <p:txBody>
          <a:bodyPr vert="eaVert"/>
          <a:lstStyle/>
          <a:p>
            <a:pPr>
              <a:defRPr/>
            </a:pPr>
            <a:r>
              <a:rPr lang="ru-RU"/>
              <a:t>Образец заголовка</a:t>
            </a:r>
            <a:endParaRPr lang="ru-RU"/>
          </a:p>
        </p:txBody>
      </p:sp>
      <p:sp>
        <p:nvSpPr>
          <p:cNvPr id="1373984393" name="Вертикальный текст 2"/>
          <p:cNvSpPr>
            <a:spLocks noGrp="1"/>
          </p:cNvSpPr>
          <p:nvPr>
            <p:ph type="body" orient="vert" idx="1"/>
          </p:nvPr>
        </p:nvSpPr>
        <p:spPr bwMode="auto">
          <a:xfrm>
            <a:off x="838200" y="365125"/>
            <a:ext cx="7734300" cy="5811838"/>
          </a:xfrm>
        </p:spPr>
        <p:txBody>
          <a:bodyPr vert="eaVert"/>
          <a:lstStyle/>
          <a:p>
            <a:pPr lvl="0">
              <a:defRPr/>
            </a:pPr>
            <a:r>
              <a:rPr lang="ru-RU"/>
              <a:t>Образец текста</a:t>
            </a:r>
            <a:endParaRPr/>
          </a:p>
          <a:p>
            <a:pPr lvl="1">
              <a:defRPr/>
            </a:pPr>
            <a:r>
              <a:rPr lang="ru-RU"/>
              <a:t>Второй уровень</a:t>
            </a:r>
            <a:endParaRPr/>
          </a:p>
          <a:p>
            <a:pPr lvl="2">
              <a:defRPr/>
            </a:pPr>
            <a:r>
              <a:rPr lang="ru-RU"/>
              <a:t>Третий уровень</a:t>
            </a:r>
            <a:endParaRPr/>
          </a:p>
          <a:p>
            <a:pPr lvl="3">
              <a:defRPr/>
            </a:pPr>
            <a:r>
              <a:rPr lang="ru-RU"/>
              <a:t>Четвертый уровень</a:t>
            </a:r>
            <a:endParaRPr/>
          </a:p>
          <a:p>
            <a:pPr lvl="4">
              <a:defRPr/>
            </a:pPr>
            <a:r>
              <a:rPr lang="ru-RU"/>
              <a:t>Пятый уровень</a:t>
            </a:r>
            <a:endParaRPr lang="ru-RU"/>
          </a:p>
        </p:txBody>
      </p:sp>
      <p:sp>
        <p:nvSpPr>
          <p:cNvPr id="1725418680" name="Дата 3"/>
          <p:cNvSpPr>
            <a:spLocks noGrp="1"/>
          </p:cNvSpPr>
          <p:nvPr>
            <p:ph type="dt" sz="half" idx="10"/>
          </p:nvPr>
        </p:nvSpPr>
        <p:spPr bwMode="auto"/>
        <p:txBody>
          <a:bodyPr/>
          <a:lstStyle/>
          <a:p>
            <a:pPr>
              <a:defRPr/>
            </a:pPr>
            <a:fld id="{BCC18F51-09EC-435C-A3BA-64A766E099C0}" type="datetimeFigureOut">
              <a:rPr lang="ru-RU"/>
              <a:t>30.10.2013</a:t>
            </a:fld>
            <a:endParaRPr lang="ru-RU"/>
          </a:p>
        </p:txBody>
      </p:sp>
      <p:sp>
        <p:nvSpPr>
          <p:cNvPr id="1297878005" name="Нижний колонтитул 4"/>
          <p:cNvSpPr>
            <a:spLocks noGrp="1"/>
          </p:cNvSpPr>
          <p:nvPr>
            <p:ph type="ftr" sz="quarter" idx="11"/>
          </p:nvPr>
        </p:nvSpPr>
        <p:spPr bwMode="auto"/>
        <p:txBody>
          <a:bodyPr/>
          <a:lstStyle/>
          <a:p>
            <a:pPr>
              <a:defRPr/>
            </a:pPr>
            <a:endParaRPr lang="ru-RU"/>
          </a:p>
        </p:txBody>
      </p:sp>
      <p:sp>
        <p:nvSpPr>
          <p:cNvPr id="922916942" name="Номер слайда 5"/>
          <p:cNvSpPr>
            <a:spLocks noGrp="1"/>
          </p:cNvSpPr>
          <p:nvPr>
            <p:ph type="sldNum" sz="quarter" idx="12"/>
          </p:nvPr>
        </p:nvSpPr>
        <p:spPr bwMode="auto"/>
        <p:txBody>
          <a:bodyPr/>
          <a:lstStyle/>
          <a:p>
            <a:pPr>
              <a:defRPr/>
            </a:pPr>
            <a:fld id="{08395586-F03A-48D1-94DF-16B239DF4FB5}" type="slidenum">
              <a:rPr lang="ru-RU"/>
              <a:t>‹#›</a:t>
            </a:fld>
            <a:endParaRPr lang="ru-RU"/>
          </a:p>
        </p:txBody>
      </p:sp>
    </p:spTree>
  </p:cSld>
  <p:clrMapOvr>
    <a:masterClrMapping/>
  </p:clrMapOvr>
</p:sldLayout>
</file>

<file path=ppt/slideMasters/_rels/slideMaster1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preserve="0">
  <p:cSld name="">
    <p:bg>
      <p:bgRef idx="1001">
        <a:schemeClr val="bg1"/>
      </p:bgRef>
    </p:bg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341332618" name="Заголовок 1"/>
          <p:cNvSpPr>
            <a:spLocks noGrp="1"/>
          </p:cNvSpPr>
          <p:nvPr>
            <p:ph type="title"/>
          </p:nvPr>
        </p:nvSpPr>
        <p:spPr bwMode="auto"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pPr>
              <a:defRPr/>
            </a:pPr>
            <a:r>
              <a:rPr lang="ru-RU"/>
              <a:t>Образец заголовка</a:t>
            </a:r>
            <a:endParaRPr lang="ru-RU"/>
          </a:p>
        </p:txBody>
      </p:sp>
      <p:sp>
        <p:nvSpPr>
          <p:cNvPr id="1561096939" name="Текст 2"/>
          <p:cNvSpPr>
            <a:spLocks noGrp="1"/>
          </p:cNvSpPr>
          <p:nvPr>
            <p:ph type="body" idx="1"/>
          </p:nvPr>
        </p:nvSpPr>
        <p:spPr bwMode="auto"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>
              <a:defRPr/>
            </a:pPr>
            <a:r>
              <a:rPr lang="ru-RU"/>
              <a:t>Образец текста</a:t>
            </a:r>
            <a:endParaRPr/>
          </a:p>
          <a:p>
            <a:pPr lvl="1">
              <a:defRPr/>
            </a:pPr>
            <a:r>
              <a:rPr lang="ru-RU"/>
              <a:t>Второй уровень</a:t>
            </a:r>
            <a:endParaRPr/>
          </a:p>
          <a:p>
            <a:pPr lvl="2">
              <a:defRPr/>
            </a:pPr>
            <a:r>
              <a:rPr lang="ru-RU"/>
              <a:t>Третий уровень</a:t>
            </a:r>
            <a:endParaRPr/>
          </a:p>
          <a:p>
            <a:pPr lvl="3">
              <a:defRPr/>
            </a:pPr>
            <a:r>
              <a:rPr lang="ru-RU"/>
              <a:t>Четвертый уровень</a:t>
            </a:r>
            <a:endParaRPr/>
          </a:p>
          <a:p>
            <a:pPr lvl="4">
              <a:defRPr/>
            </a:pPr>
            <a:r>
              <a:rPr lang="ru-RU"/>
              <a:t>Пятый уровень</a:t>
            </a:r>
            <a:endParaRPr lang="ru-RU"/>
          </a:p>
        </p:txBody>
      </p:sp>
      <p:sp>
        <p:nvSpPr>
          <p:cNvPr id="182045935" name="Дата 3"/>
          <p:cNvSpPr>
            <a:spLocks noGrp="1"/>
          </p:cNvSpPr>
          <p:nvPr>
            <p:ph type="dt" sz="half" idx="2"/>
          </p:nvPr>
        </p:nvSpPr>
        <p:spPr bwMode="auto"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>
              <a:defRPr/>
            </a:pPr>
            <a:fld id="{BCC18F51-09EC-435C-A3BA-64A766E099C0}" type="datetimeFigureOut">
              <a:rPr lang="ru-RU"/>
              <a:t>30.10.2013</a:t>
            </a:fld>
            <a:endParaRPr lang="ru-RU"/>
          </a:p>
        </p:txBody>
      </p:sp>
      <p:sp>
        <p:nvSpPr>
          <p:cNvPr id="1992763469" name="Нижний колонтитул 4"/>
          <p:cNvSpPr>
            <a:spLocks noGrp="1"/>
          </p:cNvSpPr>
          <p:nvPr>
            <p:ph type="ftr" sz="quarter" idx="3"/>
          </p:nvPr>
        </p:nvSpPr>
        <p:spPr bwMode="auto"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>
              <a:defRPr/>
            </a:pPr>
            <a:endParaRPr lang="ru-RU"/>
          </a:p>
        </p:txBody>
      </p:sp>
      <p:sp>
        <p:nvSpPr>
          <p:cNvPr id="1589236089" name="Номер слайда 5"/>
          <p:cNvSpPr>
            <a:spLocks noGrp="1"/>
          </p:cNvSpPr>
          <p:nvPr>
            <p:ph type="sldNum" sz="quarter" idx="4"/>
          </p:nvPr>
        </p:nvSpPr>
        <p:spPr bwMode="auto"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>
              <a:defRPr/>
            </a:pPr>
            <a:fld id="{08395586-F03A-48D1-94DF-16B239DF4FB5}" type="slidenum">
              <a:rPr lang="ru-RU"/>
              <a:t>‹#›</a:t>
            </a:fld>
            <a:endParaRPr lang="ru-RU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>
        <a:lnSpc>
          <a:spcPct val="90000"/>
        </a:lnSpc>
        <a:spcBef>
          <a:spcPts val="1000"/>
        </a:spcBef>
        <a:buFont typeface="Arial"/>
        <a:buChar char="•"/>
        <a:defRPr sz="28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>
        <a:lnSpc>
          <a:spcPct val="90000"/>
        </a:lnSpc>
        <a:spcBef>
          <a:spcPts val="500"/>
        </a:spcBef>
        <a:buFont typeface="Arial"/>
        <a:buChar char="•"/>
        <a:defRPr sz="24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>
        <a:lnSpc>
          <a:spcPct val="90000"/>
        </a:lnSpc>
        <a:spcBef>
          <a:spcPts val="500"/>
        </a:spcBef>
        <a:buFont typeface="Arial"/>
        <a:buChar char="•"/>
        <a:defRPr sz="20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>
        <a:lnSpc>
          <a:spcPct val="90000"/>
        </a:lnSpc>
        <a:spcBef>
          <a:spcPts val="500"/>
        </a:spcBef>
        <a:buFont typeface="Arial"/>
        <a:buChar char="•"/>
        <a:defRPr sz="18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>
        <a:lnSpc>
          <a:spcPct val="90000"/>
        </a:lnSpc>
        <a:spcBef>
          <a:spcPts val="500"/>
        </a:spcBef>
        <a:buFont typeface="Arial"/>
        <a:buChar char="•"/>
        <a:defRPr sz="18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>
        <a:lnSpc>
          <a:spcPct val="90000"/>
        </a:lnSpc>
        <a:spcBef>
          <a:spcPts val="500"/>
        </a:spcBef>
        <a:buFont typeface="Arial"/>
        <a:buChar char="•"/>
        <a:defRPr sz="18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>
        <a:lnSpc>
          <a:spcPct val="90000"/>
        </a:lnSpc>
        <a:spcBef>
          <a:spcPts val="500"/>
        </a:spcBef>
        <a:buFont typeface="Arial"/>
        <a:buChar char="•"/>
        <a:defRPr sz="18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>
        <a:lnSpc>
          <a:spcPct val="90000"/>
        </a:lnSpc>
        <a:spcBef>
          <a:spcPts val="500"/>
        </a:spcBef>
        <a:buFont typeface="Arial"/>
        <a:buChar char="•"/>
        <a:defRPr sz="18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>
        <a:lnSpc>
          <a:spcPct val="90000"/>
        </a:lnSpc>
        <a:spcBef>
          <a:spcPts val="500"/>
        </a:spcBef>
        <a:buFont typeface="Arial"/>
        <a:buChar char="•"/>
        <a:defRPr sz="18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ru-RU"/>
      </a:defPPr>
      <a:lvl1pPr marL="0" algn="l" defTabSz="914400" rtl="0">
        <a:defRPr sz="18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>
        <a:defRPr sz="18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>
        <a:defRPr sz="18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>
        <a:defRPr sz="18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>
        <a:defRPr sz="18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>
        <a:defRPr sz="18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>
        <a:defRPr sz="18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>
        <a:defRPr sz="18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>
        <a:defRPr sz="18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5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088364607" name="Title 1"/>
          <p:cNvSpPr>
            <a:spLocks noGrp="1"/>
          </p:cNvSpPr>
          <p:nvPr>
            <p:ph type="ctrTitle"/>
          </p:nvPr>
        </p:nvSpPr>
        <p:spPr bwMode="auto"/>
        <p:txBody>
          <a:bodyPr/>
          <a:lstStyle/>
          <a:p>
            <a:pPr>
              <a:defRPr/>
            </a:pPr>
            <a:r>
              <a:rPr lang="ru-RU"/>
              <a:t>«Информационный сайт ЛСА»</a:t>
            </a:r>
            <a:endParaRPr lang="ru-RU"/>
          </a:p>
        </p:txBody>
      </p:sp>
      <p:sp>
        <p:nvSpPr>
          <p:cNvPr id="1704497079" name="Subtitle 2"/>
          <p:cNvSpPr>
            <a:spLocks noGrp="1"/>
          </p:cNvSpPr>
          <p:nvPr>
            <p:ph type="subTitle" idx="1"/>
          </p:nvPr>
        </p:nvSpPr>
        <p:spPr bwMode="auto"/>
        <p:txBody>
          <a:bodyPr/>
          <a:lstStyle/>
          <a:p>
            <a:pPr>
              <a:defRPr/>
            </a:pPr>
            <a:r>
              <a:rPr lang="ru-RU"/>
              <a:t>Разработчики: </a:t>
            </a:r>
            <a:br>
              <a:rPr lang="ru-RU"/>
            </a:br>
            <a:r>
              <a:rPr lang="ru-RU"/>
              <a:t>Семчик Максим, Лугов Святослав</a:t>
            </a:r>
            <a:endParaRPr lang="ru-RU"/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500" advClick="1"/>
    </mc:Choice>
    <mc:Fallback>
      <p:transition advClick="1"/>
    </mc:Fallback>
  </mc:AlternateContent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609855505" name="Заголовок 1"/>
          <p:cNvSpPr>
            <a:spLocks noGrp="1"/>
          </p:cNvSpPr>
          <p:nvPr>
            <p:ph type="title"/>
          </p:nvPr>
        </p:nvSpPr>
        <p:spPr bwMode="auto"/>
        <p:txBody>
          <a:bodyPr/>
          <a:lstStyle/>
          <a:p>
            <a:pPr>
              <a:defRPr/>
            </a:pPr>
            <a:r>
              <a:rPr/>
              <a:t>О проекте</a:t>
            </a:r>
            <a:endParaRPr/>
          </a:p>
        </p:txBody>
      </p:sp>
      <p:sp>
        <p:nvSpPr>
          <p:cNvPr id="312796717" name="Объект 2"/>
          <p:cNvSpPr>
            <a:spLocks noGrp="1"/>
          </p:cNvSpPr>
          <p:nvPr>
            <p:ph idx="1"/>
          </p:nvPr>
        </p:nvSpPr>
        <p:spPr bwMode="auto">
          <a:xfrm flipH="0" flipV="0">
            <a:off x="838199" y="1825624"/>
            <a:ext cx="4855782" cy="4351338"/>
          </a:xfrm>
        </p:spPr>
        <p:txBody>
          <a:bodyPr/>
          <a:lstStyle/>
          <a:p>
            <a:pPr marL="0" indent="0">
              <a:buFont typeface="Arial"/>
              <a:buNone/>
              <a:defRPr/>
            </a:pPr>
            <a:r>
              <a:rPr/>
              <a:t>Концепция: </a:t>
            </a:r>
            <a:endParaRPr/>
          </a:p>
          <a:p>
            <a:pPr>
              <a:buFont typeface="Arial"/>
              <a:buChar char="–"/>
              <a:defRPr/>
            </a:pPr>
            <a:r>
              <a:rPr/>
              <a:t> Информационный</a:t>
            </a:r>
            <a:br>
              <a:rPr/>
            </a:br>
            <a:r>
              <a:rPr/>
              <a:t> сайт о</a:t>
            </a:r>
            <a:r>
              <a:rPr/>
              <a:t> проектах команды.</a:t>
            </a:r>
            <a:endParaRPr/>
          </a:p>
          <a:p>
            <a:pPr>
              <a:buFont typeface="Arial"/>
              <a:buChar char="–"/>
              <a:defRPr/>
            </a:pPr>
            <a:r>
              <a:rPr/>
              <a:t> Для различных платформ</a:t>
            </a:r>
            <a:br>
              <a:rPr lang="ru-RU" sz="2800" b="0" i="0" u="none" strike="noStrike" cap="none" spc="0">
                <a:solidFill>
                  <a:schemeClr val="tx1"/>
                </a:solidFill>
                <a:latin typeface="+mn-lt"/>
                <a:ea typeface="+mn-ea"/>
                <a:cs typeface="+mn-cs"/>
              </a:rPr>
            </a:br>
            <a:r>
              <a:rPr lang="ru-RU" sz="2800" b="0" i="0" u="none" strike="noStrike" cap="none" spc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 </a:t>
            </a:r>
            <a:r>
              <a:rPr/>
              <a:t>и устройств.</a:t>
            </a:r>
            <a:endParaRPr/>
          </a:p>
          <a:p>
            <a:pPr>
              <a:buFont typeface="Arial"/>
              <a:buChar char="–"/>
              <a:defRPr/>
            </a:pPr>
            <a:r>
              <a:rPr/>
              <a:t> Для аудитории многих</a:t>
            </a:r>
            <a:br>
              <a:rPr lang="ru-RU" sz="2800" b="0" i="0" u="none" strike="noStrike" cap="none" spc="0">
                <a:solidFill>
                  <a:schemeClr val="tx1"/>
                </a:solidFill>
                <a:latin typeface="+mn-lt"/>
                <a:ea typeface="+mn-ea"/>
                <a:cs typeface="+mn-cs"/>
              </a:rPr>
            </a:br>
            <a:r>
              <a:rPr lang="ru-RU" sz="2800" b="0" i="0" u="none" strike="noStrike" cap="none" spc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 </a:t>
            </a:r>
            <a:r>
              <a:rPr/>
              <a:t>возрастных групп.</a:t>
            </a:r>
            <a:endParaRPr/>
          </a:p>
          <a:p>
            <a:pPr>
              <a:buFont typeface="Arial"/>
              <a:buChar char="–"/>
              <a:defRPr/>
            </a:pPr>
            <a:endParaRPr/>
          </a:p>
        </p:txBody>
      </p:sp>
      <p:sp>
        <p:nvSpPr>
          <p:cNvPr id="878552159" name="Объект 2"/>
          <p:cNvSpPr>
            <a:spLocks noGrp="1"/>
          </p:cNvSpPr>
          <p:nvPr/>
        </p:nvSpPr>
        <p:spPr bwMode="auto">
          <a:xfrm flipH="0" flipV="0">
            <a:off x="5764174" y="1822966"/>
            <a:ext cx="4545666" cy="4351338"/>
          </a:xfrm>
        </p:spPr>
        <p:txBody>
          <a:bodyPr vert="horz" lIns="91440" tIns="45720" rIns="91440" bIns="45720" rtlCol="0">
            <a:normAutofit/>
          </a:bodyPr>
          <a:lstStyle>
            <a:lvl1pPr marL="228600" indent="-228600" algn="l" defTabSz="914400" rtl="0">
              <a:lnSpc>
                <a:spcPct val="90000"/>
              </a:lnSpc>
              <a:spcBef>
                <a:spcPts val="999"/>
              </a:spcBef>
              <a:buFont typeface="Arial"/>
              <a:buChar char="•"/>
              <a:defRPr sz="28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>
              <a:lnSpc>
                <a:spcPct val="90000"/>
              </a:lnSpc>
              <a:spcBef>
                <a:spcPts val="499"/>
              </a:spcBef>
              <a:buFont typeface="Arial"/>
              <a:buChar char="•"/>
              <a:defRPr sz="24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>
              <a:lnSpc>
                <a:spcPct val="90000"/>
              </a:lnSpc>
              <a:spcBef>
                <a:spcPts val="499"/>
              </a:spcBef>
              <a:buFont typeface="Arial"/>
              <a:buChar char="•"/>
              <a:defRPr sz="20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>
              <a:lnSpc>
                <a:spcPct val="90000"/>
              </a:lnSpc>
              <a:spcBef>
                <a:spcPts val="499"/>
              </a:spcBef>
              <a:buFont typeface="Arial"/>
              <a:buChar char="•"/>
              <a:defRPr sz="18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>
              <a:lnSpc>
                <a:spcPct val="90000"/>
              </a:lnSpc>
              <a:spcBef>
                <a:spcPts val="499"/>
              </a:spcBef>
              <a:buFont typeface="Arial"/>
              <a:buChar char="•"/>
              <a:defRPr sz="18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599" indent="-228600" algn="l" defTabSz="914400" rtl="0">
              <a:lnSpc>
                <a:spcPct val="90000"/>
              </a:lnSpc>
              <a:spcBef>
                <a:spcPts val="499"/>
              </a:spcBef>
              <a:buFont typeface="Arial"/>
              <a:buChar char="•"/>
              <a:defRPr sz="18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>
              <a:lnSpc>
                <a:spcPct val="90000"/>
              </a:lnSpc>
              <a:spcBef>
                <a:spcPts val="499"/>
              </a:spcBef>
              <a:buFont typeface="Arial"/>
              <a:buChar char="•"/>
              <a:defRPr sz="18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>
              <a:lnSpc>
                <a:spcPct val="90000"/>
              </a:lnSpc>
              <a:spcBef>
                <a:spcPts val="499"/>
              </a:spcBef>
              <a:buFont typeface="Arial"/>
              <a:buChar char="•"/>
              <a:defRPr sz="18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>
              <a:lnSpc>
                <a:spcPct val="90000"/>
              </a:lnSpc>
              <a:spcBef>
                <a:spcPts val="499"/>
              </a:spcBef>
              <a:buFont typeface="Arial"/>
              <a:buChar char="•"/>
              <a:defRPr sz="18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Font typeface="Arial"/>
              <a:buNone/>
              <a:defRPr/>
            </a:pPr>
            <a:r>
              <a:rPr/>
              <a:t>Задача проекта:</a:t>
            </a:r>
            <a:endParaRPr/>
          </a:p>
          <a:p>
            <a:pPr>
              <a:buFont typeface="Arial"/>
              <a:buChar char="–"/>
              <a:defRPr/>
            </a:pPr>
            <a:r>
              <a:rPr/>
              <a:t> Донесение новостей о</a:t>
            </a:r>
            <a:br>
              <a:rPr lang="ru-RU" sz="2800" b="0" i="0" u="none" strike="noStrike" cap="none" spc="0">
                <a:solidFill>
                  <a:schemeClr val="tx1"/>
                </a:solidFill>
                <a:latin typeface="+mn-lt"/>
                <a:ea typeface="+mn-ea"/>
                <a:cs typeface="+mn-cs"/>
              </a:rPr>
            </a:br>
            <a:r>
              <a:rPr lang="ru-RU" sz="2800" b="0" i="0" u="none" strike="noStrike" cap="none" spc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 </a:t>
            </a:r>
            <a:r>
              <a:rPr/>
              <a:t>разработках.</a:t>
            </a:r>
            <a:endParaRPr/>
          </a:p>
          <a:p>
            <a:pPr>
              <a:buFont typeface="Arial"/>
              <a:buChar char="–"/>
              <a:defRPr/>
            </a:pPr>
            <a:r>
              <a:rPr/>
              <a:t> Обратная связь</a:t>
            </a:r>
            <a:r>
              <a:rPr/>
              <a:t> с</a:t>
            </a:r>
            <a:br>
              <a:rPr lang="ru-RU" sz="2800" b="0" i="0" u="none" strike="noStrike" cap="none" spc="0">
                <a:solidFill>
                  <a:schemeClr val="tx1"/>
                </a:solidFill>
                <a:latin typeface="+mn-lt"/>
                <a:ea typeface="+mn-ea"/>
                <a:cs typeface="+mn-cs"/>
              </a:rPr>
            </a:br>
            <a:r>
              <a:rPr lang="ru-RU" sz="2800" b="0" i="0" u="none" strike="noStrike" cap="none" spc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 </a:t>
            </a:r>
            <a:r>
              <a:rPr/>
              <a:t>командой</a:t>
            </a:r>
            <a:r>
              <a:rPr/>
              <a:t> и тех </a:t>
            </a:r>
            <a:br>
              <a:rPr lang="ru-RU" sz="2800" b="0" i="0" u="none" strike="noStrike" cap="none" spc="0">
                <a:solidFill>
                  <a:schemeClr val="tx1"/>
                </a:solidFill>
                <a:latin typeface="Arial"/>
                <a:ea typeface="Arial"/>
                <a:cs typeface="Arial"/>
              </a:rPr>
            </a:br>
            <a:r>
              <a:rPr lang="ru-RU" sz="2800" b="0" i="0" u="none" strike="noStrike" cap="none" spc="0">
                <a:solidFill>
                  <a:schemeClr val="tx1"/>
                </a:solidFill>
                <a:latin typeface="Arial"/>
                <a:ea typeface="Arial"/>
                <a:cs typeface="Arial"/>
              </a:rPr>
              <a:t> </a:t>
            </a:r>
            <a:r>
              <a:rPr/>
              <a:t>поддержка.</a:t>
            </a:r>
            <a:endParaRPr/>
          </a:p>
          <a:p>
            <a:pPr>
              <a:buFont typeface="Arial"/>
              <a:buChar char="–"/>
              <a:defRPr/>
            </a:pPr>
            <a:r>
              <a:rPr/>
              <a:t> Состав разработчиков</a:t>
            </a:r>
            <a:br>
              <a:rPr lang="ru-RU" sz="2800" b="0" i="0" u="none" strike="noStrike" cap="none" spc="0">
                <a:solidFill>
                  <a:schemeClr val="tx1"/>
                </a:solidFill>
                <a:latin typeface="Arial"/>
                <a:ea typeface="Arial"/>
                <a:cs typeface="Arial"/>
              </a:rPr>
            </a:br>
            <a:r>
              <a:rPr lang="ru-RU" sz="2800" b="0" i="0" u="none" strike="noStrike" cap="none" spc="0">
                <a:solidFill>
                  <a:schemeClr val="tx1"/>
                </a:solidFill>
                <a:latin typeface="Arial"/>
                <a:ea typeface="Arial"/>
                <a:cs typeface="Arial"/>
              </a:rPr>
              <a:t> </a:t>
            </a:r>
            <a:r>
              <a:rPr/>
              <a:t>и достижения.</a:t>
            </a:r>
            <a:endParaRPr/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500" advClick="1"/>
    </mc:Choice>
    <mc:Fallback>
      <p:transition advClick="1"/>
    </mc:Fallback>
  </mc:AlternateContent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596504999" name="Заголовок 1"/>
          <p:cNvSpPr>
            <a:spLocks noGrp="1"/>
          </p:cNvSpPr>
          <p:nvPr>
            <p:ph type="title"/>
          </p:nvPr>
        </p:nvSpPr>
        <p:spPr bwMode="auto"/>
        <p:txBody>
          <a:bodyPr/>
          <a:lstStyle/>
          <a:p>
            <a:pPr>
              <a:defRPr/>
            </a:pPr>
            <a:r>
              <a:rPr/>
              <a:t>Реализация</a:t>
            </a:r>
            <a:endParaRPr/>
          </a:p>
        </p:txBody>
      </p:sp>
      <p:sp>
        <p:nvSpPr>
          <p:cNvPr id="744693100" name="Объект 2"/>
          <p:cNvSpPr>
            <a:spLocks noGrp="1"/>
          </p:cNvSpPr>
          <p:nvPr>
            <p:ph idx="1"/>
          </p:nvPr>
        </p:nvSpPr>
        <p:spPr bwMode="auto"/>
        <p:txBody>
          <a:bodyPr/>
          <a:lstStyle/>
          <a:p>
            <a:pPr marL="0" indent="0">
              <a:buFont typeface="Arial"/>
              <a:buNone/>
              <a:defRPr/>
            </a:pPr>
            <a:r>
              <a:rPr/>
              <a:t>Инструменты реализации:</a:t>
            </a:r>
            <a:endParaRPr/>
          </a:p>
          <a:p>
            <a:pPr>
              <a:buFont typeface="Arial"/>
              <a:buChar char="–"/>
              <a:defRPr/>
            </a:pPr>
            <a:r>
              <a:rPr/>
              <a:t> Движок: </a:t>
            </a:r>
            <a:r>
              <a:rPr lang="en-US"/>
              <a:t>Python + HTML + CSS</a:t>
            </a:r>
            <a:r>
              <a:rPr lang="ru-RU"/>
              <a:t>.</a:t>
            </a:r>
            <a:endParaRPr lang="en-US"/>
          </a:p>
          <a:p>
            <a:pPr>
              <a:buFont typeface="Arial"/>
              <a:buChar char="–"/>
              <a:defRPr/>
            </a:pPr>
            <a:r>
              <a:rPr lang="en-US"/>
              <a:t> </a:t>
            </a:r>
            <a:r>
              <a:rPr lang="ru-RU"/>
              <a:t>Интуитивно понятный графический интерфейс.</a:t>
            </a:r>
            <a:endParaRPr lang="ru-RU"/>
          </a:p>
          <a:p>
            <a:pPr>
              <a:buFont typeface="Arial"/>
              <a:buChar char="–"/>
              <a:defRPr/>
            </a:pPr>
            <a:r>
              <a:rPr lang="ru-RU"/>
              <a:t> Управление мышкой или сенсором.</a:t>
            </a:r>
            <a:endParaRPr lang="ru-RU"/>
          </a:p>
          <a:p>
            <a:pPr>
              <a:buFont typeface="Arial"/>
              <a:buChar char="–"/>
              <a:defRPr/>
            </a:pPr>
            <a:r>
              <a:rPr lang="ru-RU"/>
              <a:t> Локализация: Русский язык (возможно добавление </a:t>
            </a:r>
            <a:r>
              <a:rPr lang="en-US"/>
              <a:t>en</a:t>
            </a:r>
            <a:r>
              <a:rPr lang="ru-RU"/>
              <a:t>).</a:t>
            </a:r>
            <a:endParaRPr lang="ru-RU"/>
          </a:p>
          <a:p>
            <a:pPr>
              <a:buFont typeface="Arial"/>
              <a:buChar char="–"/>
              <a:defRPr/>
            </a:pPr>
            <a:r>
              <a:rPr lang="ru-RU"/>
              <a:t> Сервер для развёртывания сайта.</a:t>
            </a:r>
            <a:endParaRPr/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500" advClick="1"/>
    </mc:Choice>
    <mc:Fallback>
      <p:transition advClick="1"/>
    </mc:Fallback>
  </mc:AlternateContent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843406498" name="Заголовок 1"/>
          <p:cNvSpPr>
            <a:spLocks noGrp="1"/>
          </p:cNvSpPr>
          <p:nvPr>
            <p:ph type="title"/>
          </p:nvPr>
        </p:nvSpPr>
        <p:spPr bwMode="auto"/>
        <p:txBody>
          <a:bodyPr/>
          <a:lstStyle/>
          <a:p>
            <a:pPr>
              <a:defRPr/>
            </a:pPr>
            <a:r>
              <a:rPr/>
              <a:t>Этапы разработки</a:t>
            </a:r>
            <a:endParaRPr/>
          </a:p>
        </p:txBody>
      </p:sp>
      <p:sp>
        <p:nvSpPr>
          <p:cNvPr id="976022142" name="Объект 2"/>
          <p:cNvSpPr>
            <a:spLocks noGrp="1"/>
          </p:cNvSpPr>
          <p:nvPr>
            <p:ph idx="1"/>
          </p:nvPr>
        </p:nvSpPr>
        <p:spPr bwMode="auto"/>
        <p:txBody>
          <a:bodyPr/>
          <a:lstStyle/>
          <a:p>
            <a:pPr marL="0" indent="0">
              <a:buFont typeface="Arial"/>
              <a:buNone/>
              <a:defRPr/>
            </a:pPr>
            <a:r>
              <a:rPr/>
              <a:t>Основные этапы:</a:t>
            </a:r>
            <a:endParaRPr/>
          </a:p>
          <a:p>
            <a:pPr>
              <a:buFont typeface="Arial"/>
              <a:buChar char="–"/>
              <a:defRPr/>
            </a:pPr>
            <a:r>
              <a:rPr/>
              <a:t> Написание бэкэнда и вёрстка фронтенда.</a:t>
            </a:r>
            <a:endParaRPr/>
          </a:p>
          <a:p>
            <a:pPr>
              <a:buFont typeface="Arial"/>
              <a:buChar char="–"/>
              <a:defRPr/>
            </a:pPr>
            <a:r>
              <a:rPr/>
              <a:t> Появление проекта на </a:t>
            </a:r>
            <a:r>
              <a:rPr lang="en-US"/>
              <a:t>GitHub</a:t>
            </a:r>
            <a:r>
              <a:rPr/>
              <a:t>.</a:t>
            </a:r>
            <a:endParaRPr/>
          </a:p>
          <a:p>
            <a:pPr>
              <a:buFont typeface="Arial"/>
              <a:buChar char="–"/>
              <a:defRPr/>
            </a:pPr>
            <a:r>
              <a:rPr/>
              <a:t> Создание баз данных.</a:t>
            </a:r>
            <a:endParaRPr/>
          </a:p>
          <a:p>
            <a:pPr>
              <a:buFont typeface="Arial"/>
              <a:buChar char="–"/>
              <a:defRPr/>
            </a:pPr>
            <a:r>
              <a:rPr/>
              <a:t> Добавление обратной поддержки и отзывов.</a:t>
            </a:r>
            <a:endParaRPr/>
          </a:p>
          <a:p>
            <a:pPr>
              <a:buFont typeface="Arial"/>
              <a:buChar char="–"/>
              <a:defRPr/>
            </a:pPr>
            <a:r>
              <a:rPr/>
              <a:t> </a:t>
            </a:r>
            <a:r>
              <a:rPr/>
              <a:t>Наполнение сайта контентом и активностями.</a:t>
            </a:r>
            <a:endParaRPr/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500" advClick="1"/>
    </mc:Choice>
    <mc:Fallback>
      <p:transition advClick="1"/>
    </mc:Fallback>
  </mc:AlternateContent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2125817862" name="Заголовок 1"/>
          <p:cNvSpPr>
            <a:spLocks noGrp="1"/>
          </p:cNvSpPr>
          <p:nvPr>
            <p:ph type="title"/>
          </p:nvPr>
        </p:nvSpPr>
        <p:spPr bwMode="auto"/>
        <p:txBody>
          <a:bodyPr/>
          <a:lstStyle/>
          <a:p>
            <a:pPr>
              <a:defRPr/>
            </a:pPr>
            <a:r>
              <a:rPr/>
              <a:t>Примечание...</a:t>
            </a:r>
            <a:endParaRPr/>
          </a:p>
        </p:txBody>
      </p:sp>
      <p:sp>
        <p:nvSpPr>
          <p:cNvPr id="1409749131" name="Объект 2"/>
          <p:cNvSpPr>
            <a:spLocks noGrp="1"/>
          </p:cNvSpPr>
          <p:nvPr>
            <p:ph idx="1"/>
          </p:nvPr>
        </p:nvSpPr>
        <p:spPr bwMode="auto"/>
        <p:txBody>
          <a:bodyPr/>
          <a:lstStyle/>
          <a:p>
            <a:pPr marL="0" indent="0">
              <a:buFont typeface="Arial"/>
              <a:buNone/>
              <a:defRPr/>
            </a:pPr>
            <a:r>
              <a:rPr/>
              <a:t>Примеры работы и оформление презентации появятся позже.</a:t>
            </a:r>
            <a:endParaRPr/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500" advClick="1"/>
    </mc:Choice>
    <mc:Fallback>
      <p:transition advClick="1"/>
    </mc:Fallback>
  </mc:AlternateContent>
</p:sld>
</file>

<file path=ppt/theme/_rels/theme1.xml.rels><?xml version="1.0" encoding="UTF-8" standalone="yes"?><Relationships xmlns="http://schemas.openxmlformats.org/package/2006/relationships"></Relationships>
</file>

<file path=ppt/theme/_rels/theme2.xml.rels><?xml version="1.0" encoding="UTF-8" standalone="yes"?><Relationships xmlns="http://schemas.openxmlformats.org/package/2006/relationships"></Relationships>
</file>

<file path=ppt/theme/theme1.xml><?xml version="1.0" encoding="utf-8"?>
<a:theme xmlns:a="http://schemas.openxmlformats.org/drawingml/2006/main" xmlns:r="http://schemas.openxmlformats.org/officeDocument/2006/relationships" xmlns:p="http://schemas.openxmlformats.org/presentationml/2006/main" name="Office Theme">
  <a:themeElements>
    <a:clrScheme name="New 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 Theme">
      <a:majorFont>
        <a:latin typeface="Arial"/>
        <a:ea typeface="Arial"/>
        <a:cs typeface="Arial"/>
      </a:majorFont>
      <a:minorFont>
        <a:latin typeface="Arial"/>
        <a:ea typeface="Arial"/>
        <a:cs typeface="Arial"/>
      </a:minorFont>
    </a:fontScheme>
    <a:fmtScheme name="Office Theme">
      <a:fillStyleLst>
        <a:solidFill>
          <a:schemeClr val="phClr"/>
        </a:solidFill>
        <a:gradFill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</a:theme>
</file>

<file path=ppt/theme/theme2.xml><?xml version="1.0" encoding="utf-8"?>
<a:theme xmlns:a="http://schemas.openxmlformats.org/drawingml/2006/main" xmlns:r="http://schemas.openxmlformats.org/officeDocument/2006/relationships" xmlns:p="http://schemas.openxmlformats.org/presentation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Arial">
      <a:majorFont>
        <a:latin typeface="Arial"/>
        <a:ea typeface="Arial"/>
        <a:cs typeface="Arial"/>
      </a:majorFont>
      <a:minorFont>
        <a:latin typeface="Arial"/>
        <a:ea typeface="Arial"/>
        <a:cs typeface="Arial"/>
      </a:minorFont>
    </a:fontScheme>
    <a:fmtScheme name="Office">
      <a:fillStyleLst>
        <a:solidFill>
          <a:schemeClr val="phClr"/>
        </a:solidFill>
        <a:gradFill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</a:theme>
</file>

<file path=docProps/app.xml><?xml version="1.0" encoding="utf-8"?>
<Properties xmlns="http://schemas.openxmlformats.org/officeDocument/2006/extended-properties" xmlns:vt="http://schemas.openxmlformats.org/officeDocument/2006/docPropsVTypes">
  <Template>Office Theme</Template>
  <TotalTime>0</TotalTime>
  <Words>0</Words>
  <Application>ONLYOFFICE/9.3.1.8</Application>
  <PresentationFormat>On-screen Show (4:3)</PresentationFormat>
  <Paragraphs>0</Paragraphs>
  <Slides>5</Slides>
  <Notes>5</Notes>
  <HiddenSlides>0</HiddenSlides>
  <MMClips>2</MMClips>
  <ScaleCrop>0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5</vt:i4>
      </vt:variant>
    </vt:vector>
  </HeadingPairs>
  <TitlesOfParts>
    <vt:vector size="6" baseType="lpstr">
      <vt:lpstr>Theme 1</vt:lpstr>
      <vt:lpstr>Slide 1</vt:lpstr>
      <vt:lpstr>Slide 2</vt:lpstr>
      <vt:lpstr>Slide 3</vt:lpstr>
      <vt:lpstr>Slide 4</vt:lpstr>
      <vt:lpstr>Slide 5</vt:lpstr>
    </vt:vector>
  </TitlesOfParts>
  <LinksUpToDate>0</LinksUpToDate>
  <SharedDoc>0</SharedDoc>
  <HyperlinksChanged>0</HyperlinksChanged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Информационный Сайт ЛСА</dc:title>
  <dc:creator>Лугов Святослав</dc:creator>
  <cp:keywords/>
  <dc:description/>
  <cp:lastModifiedBy/>
  <cp:revision>6</cp:revision>
  <dcterms:modified xsi:type="dcterms:W3CDTF">2026-05-05T20:20:22Z</dcterms:modified>
</cp:coreProperties>
</file>